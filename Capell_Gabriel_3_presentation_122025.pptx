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embeddedFontLst>
    <p:embeddedFont>
      <p:font typeface="Century Gothic" panose="020B0502020202020204" pitchFamily="34" charset="0"/>
      <p:regular r:id="rId19"/>
      <p:bold r:id="rId20"/>
      <p:italic r:id="rId21"/>
      <p:boldItalic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5" roundtripDataSignature="AMtx7mirjfFyYNBG5sNntC35Cbhoqt17C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FB42269-8D73-41A2-A68F-1A18524EB106}" v="5" dt="2026-01-30T07:22:18.252"/>
    <p1510:client id="{89C9E2B8-B8C9-4BC2-B5D0-BE7E08D0B445}" v="7" dt="2026-01-29T08:57:55.662"/>
    <p1510:client id="{93170134-24E6-4121-85F3-03961C202C7C}" v="256" dt="2026-01-28T17:04:48.666"/>
    <p1510:client id="{F091F534-36F7-4232-9A10-CE608C681E26}" v="2" dt="2026-01-29T15:45:28.78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1.fntdata"/><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briel CAPELL" userId="c7e7f398775b450c" providerId="Windows Live" clId="Web-{DAC710A2-0F00-5708-CE69-614114E02008}"/>
    <pc:docChg chg="modSld">
      <pc:chgData name="Gabriel CAPELL" userId="c7e7f398775b450c" providerId="Windows Live" clId="Web-{DAC710A2-0F00-5708-CE69-614114E02008}" dt="2026-01-25T12:58:56.155" v="243" actId="20577"/>
      <pc:docMkLst>
        <pc:docMk/>
      </pc:docMkLst>
      <pc:sldChg chg="modSp">
        <pc:chgData name="Gabriel CAPELL" userId="c7e7f398775b450c" providerId="Windows Live" clId="Web-{DAC710A2-0F00-5708-CE69-614114E02008}" dt="2026-01-25T12:58:56.155" v="243" actId="20577"/>
        <pc:sldMkLst>
          <pc:docMk/>
          <pc:sldMk cId="0" sldId="270"/>
        </pc:sldMkLst>
        <pc:spChg chg="mod">
          <ac:chgData name="Gabriel CAPELL" userId="c7e7f398775b450c" providerId="Windows Live" clId="Web-{DAC710A2-0F00-5708-CE69-614114E02008}" dt="2026-01-25T12:58:56.155" v="243" actId="20577"/>
          <ac:spMkLst>
            <pc:docMk/>
            <pc:sldMk cId="0" sldId="270"/>
            <ac:spMk id="4" creationId="{28F8DFD2-3965-1969-CD6F-5203B82F5A23}"/>
          </ac:spMkLst>
        </pc:spChg>
      </pc:sldChg>
      <pc:sldChg chg="modSp">
        <pc:chgData name="Gabriel CAPELL" userId="c7e7f398775b450c" providerId="Windows Live" clId="Web-{DAC710A2-0F00-5708-CE69-614114E02008}" dt="2026-01-25T12:57:45.777" v="146" actId="20577"/>
        <pc:sldMkLst>
          <pc:docMk/>
          <pc:sldMk cId="0" sldId="271"/>
        </pc:sldMkLst>
        <pc:spChg chg="mod">
          <ac:chgData name="Gabriel CAPELL" userId="c7e7f398775b450c" providerId="Windows Live" clId="Web-{DAC710A2-0F00-5708-CE69-614114E02008}" dt="2026-01-25T12:57:45.777" v="146" actId="20577"/>
          <ac:spMkLst>
            <pc:docMk/>
            <pc:sldMk cId="0" sldId="271"/>
            <ac:spMk id="3" creationId="{2EDA24AE-BCB6-19A7-804D-7F308B773093}"/>
          </ac:spMkLst>
        </pc:spChg>
      </pc:sldChg>
    </pc:docChg>
  </pc:docChgLst>
  <pc:docChgLst>
    <pc:chgData name="Gabriel CAPELL" userId="c7e7f398775b450c" providerId="Windows Live" clId="Web-{E83575F0-E29E-CF03-7E02-017AAAB79F2A}"/>
    <pc:docChg chg="modSld">
      <pc:chgData name="Gabriel CAPELL" userId="c7e7f398775b450c" providerId="Windows Live" clId="Web-{E83575F0-E29E-CF03-7E02-017AAAB79F2A}" dt="2026-01-20T13:46:09.627" v="3" actId="14100"/>
      <pc:docMkLst>
        <pc:docMk/>
      </pc:docMkLst>
      <pc:sldChg chg="modSp">
        <pc:chgData name="Gabriel CAPELL" userId="c7e7f398775b450c" providerId="Windows Live" clId="Web-{E83575F0-E29E-CF03-7E02-017AAAB79F2A}" dt="2026-01-20T13:46:09.627" v="3" actId="14100"/>
        <pc:sldMkLst>
          <pc:docMk/>
          <pc:sldMk cId="0" sldId="270"/>
        </pc:sldMkLst>
      </pc:sldChg>
    </pc:docChg>
  </pc:docChgLst>
  <pc:docChgLst>
    <pc:chgData name="Gabriel CAPELL" userId="c7e7f398775b450c" providerId="Windows Live" clId="Web-{DB416B8B-49A1-BF31-AD1C-C0C9CF858D5A}"/>
    <pc:docChg chg="modSld">
      <pc:chgData name="Gabriel CAPELL" userId="c7e7f398775b450c" providerId="Windows Live" clId="Web-{DB416B8B-49A1-BF31-AD1C-C0C9CF858D5A}" dt="2026-01-21T06:16:41.537" v="267" actId="14100"/>
      <pc:docMkLst>
        <pc:docMk/>
      </pc:docMkLst>
      <pc:sldChg chg="addSp delSp modSp">
        <pc:chgData name="Gabriel CAPELL" userId="c7e7f398775b450c" providerId="Windows Live" clId="Web-{DB416B8B-49A1-BF31-AD1C-C0C9CF858D5A}" dt="2026-01-21T05:27:26.671" v="9" actId="14100"/>
        <pc:sldMkLst>
          <pc:docMk/>
          <pc:sldMk cId="0" sldId="262"/>
        </pc:sldMkLst>
        <pc:spChg chg="mod">
          <ac:chgData name="Gabriel CAPELL" userId="c7e7f398775b450c" providerId="Windows Live" clId="Web-{DB416B8B-49A1-BF31-AD1C-C0C9CF858D5A}" dt="2026-01-21T05:27:26.671" v="9" actId="14100"/>
          <ac:spMkLst>
            <pc:docMk/>
            <pc:sldMk cId="0" sldId="262"/>
            <ac:spMk id="167" creationId="{00000000-0000-0000-0000-000000000000}"/>
          </ac:spMkLst>
        </pc:spChg>
        <pc:picChg chg="add mod">
          <ac:chgData name="Gabriel CAPELL" userId="c7e7f398775b450c" providerId="Windows Live" clId="Web-{DB416B8B-49A1-BF31-AD1C-C0C9CF858D5A}" dt="2026-01-21T05:26:28.355" v="4" actId="14100"/>
          <ac:picMkLst>
            <pc:docMk/>
            <pc:sldMk cId="0" sldId="262"/>
            <ac:picMk id="3" creationId="{07043F58-8B73-1ECB-901B-4F4C90524B57}"/>
          </ac:picMkLst>
        </pc:picChg>
      </pc:sldChg>
      <pc:sldChg chg="addSp delSp modSp">
        <pc:chgData name="Gabriel CAPELL" userId="c7e7f398775b450c" providerId="Windows Live" clId="Web-{DB416B8B-49A1-BF31-AD1C-C0C9CF858D5A}" dt="2026-01-21T06:16:41.537" v="267" actId="14100"/>
        <pc:sldMkLst>
          <pc:docMk/>
          <pc:sldMk cId="0" sldId="269"/>
        </pc:sldMkLst>
        <pc:spChg chg="mod">
          <ac:chgData name="Gabriel CAPELL" userId="c7e7f398775b450c" providerId="Windows Live" clId="Web-{DB416B8B-49A1-BF31-AD1C-C0C9CF858D5A}" dt="2026-01-21T06:16:41.537" v="267" actId="14100"/>
          <ac:spMkLst>
            <pc:docMk/>
            <pc:sldMk cId="0" sldId="269"/>
            <ac:spMk id="217" creationId="{00000000-0000-0000-0000-000000000000}"/>
          </ac:spMkLst>
        </pc:spChg>
        <pc:picChg chg="add mod">
          <ac:chgData name="Gabriel CAPELL" userId="c7e7f398775b450c" providerId="Windows Live" clId="Web-{DB416B8B-49A1-BF31-AD1C-C0C9CF858D5A}" dt="2026-01-21T06:13:29.072" v="170" actId="1076"/>
          <ac:picMkLst>
            <pc:docMk/>
            <pc:sldMk cId="0" sldId="269"/>
            <ac:picMk id="4" creationId="{46E6B8B2-67F0-6DD0-60CF-3CE3601FF1DB}"/>
          </ac:picMkLst>
        </pc:picChg>
        <pc:picChg chg="add mod">
          <ac:chgData name="Gabriel CAPELL" userId="c7e7f398775b450c" providerId="Windows Live" clId="Web-{DB416B8B-49A1-BF31-AD1C-C0C9CF858D5A}" dt="2026-01-21T05:41:55.069" v="26" actId="1076"/>
          <ac:picMkLst>
            <pc:docMk/>
            <pc:sldMk cId="0" sldId="269"/>
            <ac:picMk id="6" creationId="{B0621A91-CC4B-3839-27DC-C0DC9722CED9}"/>
          </ac:picMkLst>
        </pc:picChg>
      </pc:sldChg>
    </pc:docChg>
  </pc:docChgLst>
  <pc:docChgLst>
    <pc:chgData name="Gabriel CAPELL" userId="c7e7f398775b450c" providerId="Windows Live" clId="Web-{A553F783-966B-E31B-9963-76DE497627A5}"/>
    <pc:docChg chg="modSld">
      <pc:chgData name="Gabriel CAPELL" userId="c7e7f398775b450c" providerId="Windows Live" clId="Web-{A553F783-966B-E31B-9963-76DE497627A5}" dt="2026-01-22T06:23:53.619" v="1045" actId="1076"/>
      <pc:docMkLst>
        <pc:docMk/>
      </pc:docMkLst>
      <pc:sldChg chg="modSp">
        <pc:chgData name="Gabriel CAPELL" userId="c7e7f398775b450c" providerId="Windows Live" clId="Web-{A553F783-966B-E31B-9963-76DE497627A5}" dt="2026-01-22T06:23:53.619" v="1045" actId="1076"/>
        <pc:sldMkLst>
          <pc:docMk/>
          <pc:sldMk cId="0" sldId="257"/>
        </pc:sldMkLst>
        <pc:spChg chg="mod">
          <ac:chgData name="Gabriel CAPELL" userId="c7e7f398775b450c" providerId="Windows Live" clId="Web-{A553F783-966B-E31B-9963-76DE497627A5}" dt="2026-01-22T06:23:53.619" v="1045" actId="1076"/>
          <ac:spMkLst>
            <pc:docMk/>
            <pc:sldMk cId="0" sldId="257"/>
            <ac:spMk id="131" creationId="{00000000-0000-0000-0000-000000000000}"/>
          </ac:spMkLst>
        </pc:spChg>
      </pc:sldChg>
      <pc:sldChg chg="modSp">
        <pc:chgData name="Gabriel CAPELL" userId="c7e7f398775b450c" providerId="Windows Live" clId="Web-{A553F783-966B-E31B-9963-76DE497627A5}" dt="2026-01-22T06:04:36.009" v="7" actId="20577"/>
        <pc:sldMkLst>
          <pc:docMk/>
          <pc:sldMk cId="0" sldId="258"/>
        </pc:sldMkLst>
        <pc:spChg chg="mod">
          <ac:chgData name="Gabriel CAPELL" userId="c7e7f398775b450c" providerId="Windows Live" clId="Web-{A553F783-966B-E31B-9963-76DE497627A5}" dt="2026-01-22T06:04:36.009" v="7" actId="20577"/>
          <ac:spMkLst>
            <pc:docMk/>
            <pc:sldMk cId="0" sldId="258"/>
            <ac:spMk id="3" creationId="{B25640BE-A931-1D63-2698-43EDF6F12BE7}"/>
          </ac:spMkLst>
        </pc:spChg>
      </pc:sldChg>
      <pc:sldChg chg="modSp">
        <pc:chgData name="Gabriel CAPELL" userId="c7e7f398775b450c" providerId="Windows Live" clId="Web-{A553F783-966B-E31B-9963-76DE497627A5}" dt="2026-01-22T06:23:44.416" v="1044" actId="20577"/>
        <pc:sldMkLst>
          <pc:docMk/>
          <pc:sldMk cId="0" sldId="262"/>
        </pc:sldMkLst>
        <pc:spChg chg="mod">
          <ac:chgData name="Gabriel CAPELL" userId="c7e7f398775b450c" providerId="Windows Live" clId="Web-{A553F783-966B-E31B-9963-76DE497627A5}" dt="2026-01-22T06:23:44.416" v="1044" actId="20577"/>
          <ac:spMkLst>
            <pc:docMk/>
            <pc:sldMk cId="0" sldId="262"/>
            <ac:spMk id="167" creationId="{00000000-0000-0000-0000-000000000000}"/>
          </ac:spMkLst>
        </pc:spChg>
      </pc:sldChg>
      <pc:sldChg chg="modSp">
        <pc:chgData name="Gabriel CAPELL" userId="c7e7f398775b450c" providerId="Windows Live" clId="Web-{A553F783-966B-E31B-9963-76DE497627A5}" dt="2026-01-22T06:05:36.714" v="9" actId="1076"/>
        <pc:sldMkLst>
          <pc:docMk/>
          <pc:sldMk cId="0" sldId="263"/>
        </pc:sldMkLst>
      </pc:sldChg>
      <pc:sldChg chg="modSp">
        <pc:chgData name="Gabriel CAPELL" userId="c7e7f398775b450c" providerId="Windows Live" clId="Web-{A553F783-966B-E31B-9963-76DE497627A5}" dt="2026-01-22T06:09:12.278" v="195" actId="20577"/>
        <pc:sldMkLst>
          <pc:docMk/>
          <pc:sldMk cId="0" sldId="267"/>
        </pc:sldMkLst>
        <pc:spChg chg="mod">
          <ac:chgData name="Gabriel CAPELL" userId="c7e7f398775b450c" providerId="Windows Live" clId="Web-{A553F783-966B-E31B-9963-76DE497627A5}" dt="2026-01-22T06:09:12.278" v="195" actId="20577"/>
          <ac:spMkLst>
            <pc:docMk/>
            <pc:sldMk cId="0" sldId="267"/>
            <ac:spMk id="203" creationId="{00000000-0000-0000-0000-000000000000}"/>
          </ac:spMkLst>
        </pc:spChg>
      </pc:sldChg>
      <pc:sldChg chg="modSp">
        <pc:chgData name="Gabriel CAPELL" userId="c7e7f398775b450c" providerId="Windows Live" clId="Web-{A553F783-966B-E31B-9963-76DE497627A5}" dt="2026-01-22T06:11:29.981" v="428" actId="20577"/>
        <pc:sldMkLst>
          <pc:docMk/>
          <pc:sldMk cId="0" sldId="268"/>
        </pc:sldMkLst>
        <pc:spChg chg="mod">
          <ac:chgData name="Gabriel CAPELL" userId="c7e7f398775b450c" providerId="Windows Live" clId="Web-{A553F783-966B-E31B-9963-76DE497627A5}" dt="2026-01-22T06:11:29.981" v="428" actId="20577"/>
          <ac:spMkLst>
            <pc:docMk/>
            <pc:sldMk cId="0" sldId="268"/>
            <ac:spMk id="210" creationId="{00000000-0000-0000-0000-000000000000}"/>
          </ac:spMkLst>
        </pc:spChg>
      </pc:sldChg>
      <pc:sldChg chg="addSp delSp modSp">
        <pc:chgData name="Gabriel CAPELL" userId="c7e7f398775b450c" providerId="Windows Live" clId="Web-{A553F783-966B-E31B-9963-76DE497627A5}" dt="2026-01-22T06:21:33.865" v="1041" actId="20577"/>
        <pc:sldMkLst>
          <pc:docMk/>
          <pc:sldMk cId="0" sldId="271"/>
        </pc:sldMkLst>
        <pc:spChg chg="add mod">
          <ac:chgData name="Gabriel CAPELL" userId="c7e7f398775b450c" providerId="Windows Live" clId="Web-{A553F783-966B-E31B-9963-76DE497627A5}" dt="2026-01-22T06:21:33.865" v="1041" actId="20577"/>
          <ac:spMkLst>
            <pc:docMk/>
            <pc:sldMk cId="0" sldId="271"/>
            <ac:spMk id="3" creationId="{2EDA24AE-BCB6-19A7-804D-7F308B773093}"/>
          </ac:spMkLst>
        </pc:spChg>
      </pc:sldChg>
    </pc:docChg>
  </pc:docChgLst>
  <pc:docChgLst>
    <pc:chgData name="Gabriel CAPELL" userId="c7e7f398775b450c" providerId="Windows Live" clId="Web-{9DBD10E4-072B-266E-6EC1-BA6483288DB5}"/>
    <pc:docChg chg="modSld">
      <pc:chgData name="Gabriel CAPELL" userId="c7e7f398775b450c" providerId="Windows Live" clId="Web-{9DBD10E4-072B-266E-6EC1-BA6483288DB5}" dt="2026-01-26T15:34:41.925" v="87" actId="20577"/>
      <pc:docMkLst>
        <pc:docMk/>
      </pc:docMkLst>
      <pc:sldChg chg="modSp">
        <pc:chgData name="Gabriel CAPELL" userId="c7e7f398775b450c" providerId="Windows Live" clId="Web-{9DBD10E4-072B-266E-6EC1-BA6483288DB5}" dt="2026-01-26T15:31:03.713" v="59" actId="20577"/>
        <pc:sldMkLst>
          <pc:docMk/>
          <pc:sldMk cId="0" sldId="259"/>
        </pc:sldMkLst>
        <pc:spChg chg="mod">
          <ac:chgData name="Gabriel CAPELL" userId="c7e7f398775b450c" providerId="Windows Live" clId="Web-{9DBD10E4-072B-266E-6EC1-BA6483288DB5}" dt="2026-01-26T15:31:03.713" v="59" actId="20577"/>
          <ac:spMkLst>
            <pc:docMk/>
            <pc:sldMk cId="0" sldId="259"/>
            <ac:spMk id="146" creationId="{00000000-0000-0000-0000-000000000000}"/>
          </ac:spMkLst>
        </pc:spChg>
      </pc:sldChg>
      <pc:sldChg chg="modSp">
        <pc:chgData name="Gabriel CAPELL" userId="c7e7f398775b450c" providerId="Windows Live" clId="Web-{9DBD10E4-072B-266E-6EC1-BA6483288DB5}" dt="2026-01-26T15:31:52.972" v="61" actId="20577"/>
        <pc:sldMkLst>
          <pc:docMk/>
          <pc:sldMk cId="0" sldId="261"/>
        </pc:sldMkLst>
        <pc:spChg chg="mod">
          <ac:chgData name="Gabriel CAPELL" userId="c7e7f398775b450c" providerId="Windows Live" clId="Web-{9DBD10E4-072B-266E-6EC1-BA6483288DB5}" dt="2026-01-26T15:31:52.972" v="61" actId="20577"/>
          <ac:spMkLst>
            <pc:docMk/>
            <pc:sldMk cId="0" sldId="261"/>
            <ac:spMk id="160" creationId="{00000000-0000-0000-0000-000000000000}"/>
          </ac:spMkLst>
        </pc:spChg>
      </pc:sldChg>
      <pc:sldChg chg="addSp delSp modSp">
        <pc:chgData name="Gabriel CAPELL" userId="c7e7f398775b450c" providerId="Windows Live" clId="Web-{9DBD10E4-072B-266E-6EC1-BA6483288DB5}" dt="2026-01-26T14:47:32.685" v="48" actId="1076"/>
        <pc:sldMkLst>
          <pc:docMk/>
          <pc:sldMk cId="0" sldId="263"/>
        </pc:sldMkLst>
        <pc:picChg chg="add mod">
          <ac:chgData name="Gabriel CAPELL" userId="c7e7f398775b450c" providerId="Windows Live" clId="Web-{9DBD10E4-072B-266E-6EC1-BA6483288DB5}" dt="2026-01-26T14:47:32.622" v="47" actId="1076"/>
          <ac:picMkLst>
            <pc:docMk/>
            <pc:sldMk cId="0" sldId="263"/>
            <ac:picMk id="5" creationId="{913437AA-52EE-28E0-1916-D9FAFCB99770}"/>
          </ac:picMkLst>
        </pc:picChg>
        <pc:picChg chg="add mod">
          <ac:chgData name="Gabriel CAPELL" userId="c7e7f398775b450c" providerId="Windows Live" clId="Web-{9DBD10E4-072B-266E-6EC1-BA6483288DB5}" dt="2026-01-26T14:47:32.685" v="48" actId="1076"/>
          <ac:picMkLst>
            <pc:docMk/>
            <pc:sldMk cId="0" sldId="263"/>
            <ac:picMk id="6" creationId="{B00BE6BC-9DD5-A5B9-82A3-22DC07666F40}"/>
          </ac:picMkLst>
        </pc:picChg>
      </pc:sldChg>
      <pc:sldChg chg="modSp">
        <pc:chgData name="Gabriel CAPELL" userId="c7e7f398775b450c" providerId="Windows Live" clId="Web-{9DBD10E4-072B-266E-6EC1-BA6483288DB5}" dt="2026-01-26T15:32:27.977" v="65" actId="20577"/>
        <pc:sldMkLst>
          <pc:docMk/>
          <pc:sldMk cId="0" sldId="264"/>
        </pc:sldMkLst>
        <pc:spChg chg="mod">
          <ac:chgData name="Gabriel CAPELL" userId="c7e7f398775b450c" providerId="Windows Live" clId="Web-{9DBD10E4-072B-266E-6EC1-BA6483288DB5}" dt="2026-01-26T15:32:27.977" v="65" actId="20577"/>
          <ac:spMkLst>
            <pc:docMk/>
            <pc:sldMk cId="0" sldId="264"/>
            <ac:spMk id="182" creationId="{00000000-0000-0000-0000-000000000000}"/>
          </ac:spMkLst>
        </pc:spChg>
      </pc:sldChg>
      <pc:sldChg chg="modSp">
        <pc:chgData name="Gabriel CAPELL" userId="c7e7f398775b450c" providerId="Windows Live" clId="Web-{9DBD10E4-072B-266E-6EC1-BA6483288DB5}" dt="2026-01-26T15:32:55.574" v="67" actId="20577"/>
        <pc:sldMkLst>
          <pc:docMk/>
          <pc:sldMk cId="0" sldId="267"/>
        </pc:sldMkLst>
        <pc:spChg chg="mod">
          <ac:chgData name="Gabriel CAPELL" userId="c7e7f398775b450c" providerId="Windows Live" clId="Web-{9DBD10E4-072B-266E-6EC1-BA6483288DB5}" dt="2026-01-26T15:32:55.574" v="67" actId="20577"/>
          <ac:spMkLst>
            <pc:docMk/>
            <pc:sldMk cId="0" sldId="267"/>
            <ac:spMk id="203" creationId="{00000000-0000-0000-0000-000000000000}"/>
          </ac:spMkLst>
        </pc:spChg>
      </pc:sldChg>
      <pc:sldChg chg="modSp">
        <pc:chgData name="Gabriel CAPELL" userId="c7e7f398775b450c" providerId="Windows Live" clId="Web-{9DBD10E4-072B-266E-6EC1-BA6483288DB5}" dt="2026-01-26T15:33:11.872" v="69" actId="20577"/>
        <pc:sldMkLst>
          <pc:docMk/>
          <pc:sldMk cId="0" sldId="268"/>
        </pc:sldMkLst>
        <pc:spChg chg="mod">
          <ac:chgData name="Gabriel CAPELL" userId="c7e7f398775b450c" providerId="Windows Live" clId="Web-{9DBD10E4-072B-266E-6EC1-BA6483288DB5}" dt="2026-01-26T15:33:11.872" v="69" actId="20577"/>
          <ac:spMkLst>
            <pc:docMk/>
            <pc:sldMk cId="0" sldId="268"/>
            <ac:spMk id="210" creationId="{00000000-0000-0000-0000-000000000000}"/>
          </ac:spMkLst>
        </pc:spChg>
      </pc:sldChg>
      <pc:sldChg chg="modSp">
        <pc:chgData name="Gabriel CAPELL" userId="c7e7f398775b450c" providerId="Windows Live" clId="Web-{9DBD10E4-072B-266E-6EC1-BA6483288DB5}" dt="2026-01-26T15:33:30.108" v="71" actId="20577"/>
        <pc:sldMkLst>
          <pc:docMk/>
          <pc:sldMk cId="0" sldId="269"/>
        </pc:sldMkLst>
        <pc:spChg chg="mod">
          <ac:chgData name="Gabriel CAPELL" userId="c7e7f398775b450c" providerId="Windows Live" clId="Web-{9DBD10E4-072B-266E-6EC1-BA6483288DB5}" dt="2026-01-26T15:33:30.108" v="71" actId="20577"/>
          <ac:spMkLst>
            <pc:docMk/>
            <pc:sldMk cId="0" sldId="269"/>
            <ac:spMk id="217" creationId="{00000000-0000-0000-0000-000000000000}"/>
          </ac:spMkLst>
        </pc:spChg>
      </pc:sldChg>
      <pc:sldChg chg="addSp delSp modSp">
        <pc:chgData name="Gabriel CAPELL" userId="c7e7f398775b450c" providerId="Windows Live" clId="Web-{9DBD10E4-072B-266E-6EC1-BA6483288DB5}" dt="2026-01-26T15:34:41.925" v="87" actId="20577"/>
        <pc:sldMkLst>
          <pc:docMk/>
          <pc:sldMk cId="0" sldId="270"/>
        </pc:sldMkLst>
        <pc:spChg chg="mod">
          <ac:chgData name="Gabriel CAPELL" userId="c7e7f398775b450c" providerId="Windows Live" clId="Web-{9DBD10E4-072B-266E-6EC1-BA6483288DB5}" dt="2026-01-26T15:34:23.737" v="77" actId="20577"/>
          <ac:spMkLst>
            <pc:docMk/>
            <pc:sldMk cId="0" sldId="270"/>
            <ac:spMk id="4" creationId="{28F8DFD2-3965-1969-CD6F-5203B82F5A23}"/>
          </ac:spMkLst>
        </pc:spChg>
        <pc:spChg chg="mod">
          <ac:chgData name="Gabriel CAPELL" userId="c7e7f398775b450c" providerId="Windows Live" clId="Web-{9DBD10E4-072B-266E-6EC1-BA6483288DB5}" dt="2026-01-26T15:34:41.925" v="87" actId="20577"/>
          <ac:spMkLst>
            <pc:docMk/>
            <pc:sldMk cId="0" sldId="270"/>
            <ac:spMk id="223" creationId="{00000000-0000-0000-0000-000000000000}"/>
          </ac:spMkLst>
        </pc:spChg>
        <pc:picChg chg="add mod">
          <ac:chgData name="Gabriel CAPELL" userId="c7e7f398775b450c" providerId="Windows Live" clId="Web-{9DBD10E4-072B-266E-6EC1-BA6483288DB5}" dt="2026-01-26T15:29:28.555" v="57" actId="1076"/>
          <ac:picMkLst>
            <pc:docMk/>
            <pc:sldMk cId="0" sldId="270"/>
            <ac:picMk id="3" creationId="{77A57FA5-A199-2933-7CB1-DE01B7D99D95}"/>
          </ac:picMkLst>
        </pc:picChg>
      </pc:sldChg>
    </pc:docChg>
  </pc:docChgLst>
  <pc:docChgLst>
    <pc:chgData name="Gabriel CAPELL" userId="c7e7f398775b450c" providerId="Windows Live" clId="Web-{F091F534-36F7-4232-9A10-CE608C681E26}"/>
    <pc:docChg chg="modSld">
      <pc:chgData name="Gabriel CAPELL" userId="c7e7f398775b450c" providerId="Windows Live" clId="Web-{F091F534-36F7-4232-9A10-CE608C681E26}" dt="2026-01-29T15:45:28.781" v="1" actId="1076"/>
      <pc:docMkLst>
        <pc:docMk/>
      </pc:docMkLst>
      <pc:sldChg chg="modSp">
        <pc:chgData name="Gabriel CAPELL" userId="c7e7f398775b450c" providerId="Windows Live" clId="Web-{F091F534-36F7-4232-9A10-CE608C681E26}" dt="2026-01-29T15:45:28.781" v="1" actId="1076"/>
        <pc:sldMkLst>
          <pc:docMk/>
          <pc:sldMk cId="0" sldId="260"/>
        </pc:sldMkLst>
        <pc:picChg chg="mod">
          <ac:chgData name="Gabriel CAPELL" userId="c7e7f398775b450c" providerId="Windows Live" clId="Web-{F091F534-36F7-4232-9A10-CE608C681E26}" dt="2026-01-29T15:45:28.781" v="1" actId="1076"/>
          <ac:picMkLst>
            <pc:docMk/>
            <pc:sldMk cId="0" sldId="260"/>
            <ac:picMk id="3" creationId="{1D95542A-CFE9-EE3A-9CE6-E31D329876E9}"/>
          </ac:picMkLst>
        </pc:picChg>
      </pc:sldChg>
    </pc:docChg>
  </pc:docChgLst>
  <pc:docChgLst>
    <pc:chgData name="Gabriel CAPELL" userId="c7e7f398775b450c" providerId="Windows Live" clId="Web-{25283160-8411-FB9B-4121-22158033A703}"/>
    <pc:docChg chg="modSld">
      <pc:chgData name="Gabriel CAPELL" userId="c7e7f398775b450c" providerId="Windows Live" clId="Web-{25283160-8411-FB9B-4121-22158033A703}" dt="2026-01-22T09:13:29.248" v="55" actId="1076"/>
      <pc:docMkLst>
        <pc:docMk/>
      </pc:docMkLst>
      <pc:sldChg chg="delSp modSp">
        <pc:chgData name="Gabriel CAPELL" userId="c7e7f398775b450c" providerId="Windows Live" clId="Web-{25283160-8411-FB9B-4121-22158033A703}" dt="2026-01-22T08:46:36.886" v="7" actId="1076"/>
        <pc:sldMkLst>
          <pc:docMk/>
          <pc:sldMk cId="0" sldId="256"/>
        </pc:sldMkLst>
        <pc:spChg chg="mod">
          <ac:chgData name="Gabriel CAPELL" userId="c7e7f398775b450c" providerId="Windows Live" clId="Web-{25283160-8411-FB9B-4121-22158033A703}" dt="2026-01-22T08:46:28.074" v="6" actId="14100"/>
          <ac:spMkLst>
            <pc:docMk/>
            <pc:sldMk cId="0" sldId="256"/>
            <ac:spMk id="120" creationId="{00000000-0000-0000-0000-000000000000}"/>
          </ac:spMkLst>
        </pc:spChg>
        <pc:spChg chg="mod">
          <ac:chgData name="Gabriel CAPELL" userId="c7e7f398775b450c" providerId="Windows Live" clId="Web-{25283160-8411-FB9B-4121-22158033A703}" dt="2026-01-22T08:46:36.886" v="7" actId="1076"/>
          <ac:spMkLst>
            <pc:docMk/>
            <pc:sldMk cId="0" sldId="256"/>
            <ac:spMk id="123" creationId="{00000000-0000-0000-0000-000000000000}"/>
          </ac:spMkLst>
        </pc:spChg>
      </pc:sldChg>
      <pc:sldChg chg="modSp">
        <pc:chgData name="Gabriel CAPELL" userId="c7e7f398775b450c" providerId="Windows Live" clId="Web-{25283160-8411-FB9B-4121-22158033A703}" dt="2026-01-22T08:51:21.723" v="39" actId="20577"/>
        <pc:sldMkLst>
          <pc:docMk/>
          <pc:sldMk cId="0" sldId="257"/>
        </pc:sldMkLst>
        <pc:spChg chg="mod">
          <ac:chgData name="Gabriel CAPELL" userId="c7e7f398775b450c" providerId="Windows Live" clId="Web-{25283160-8411-FB9B-4121-22158033A703}" dt="2026-01-22T08:51:21.723" v="39" actId="20577"/>
          <ac:spMkLst>
            <pc:docMk/>
            <pc:sldMk cId="0" sldId="257"/>
            <ac:spMk id="131" creationId="{00000000-0000-0000-0000-000000000000}"/>
          </ac:spMkLst>
        </pc:spChg>
      </pc:sldChg>
      <pc:sldChg chg="modSp">
        <pc:chgData name="Gabriel CAPELL" userId="c7e7f398775b450c" providerId="Windows Live" clId="Web-{25283160-8411-FB9B-4121-22158033A703}" dt="2026-01-22T08:55:21.617" v="41" actId="20577"/>
        <pc:sldMkLst>
          <pc:docMk/>
          <pc:sldMk cId="0" sldId="258"/>
        </pc:sldMkLst>
        <pc:spChg chg="mod">
          <ac:chgData name="Gabriel CAPELL" userId="c7e7f398775b450c" providerId="Windows Live" clId="Web-{25283160-8411-FB9B-4121-22158033A703}" dt="2026-01-22T08:55:21.617" v="41" actId="20577"/>
          <ac:spMkLst>
            <pc:docMk/>
            <pc:sldMk cId="0" sldId="258"/>
            <ac:spMk id="3" creationId="{B25640BE-A931-1D63-2698-43EDF6F12BE7}"/>
          </ac:spMkLst>
        </pc:spChg>
      </pc:sldChg>
      <pc:sldChg chg="modSp">
        <pc:chgData name="Gabriel CAPELL" userId="c7e7f398775b450c" providerId="Windows Live" clId="Web-{25283160-8411-FB9B-4121-22158033A703}" dt="2026-01-22T09:01:27.968" v="47" actId="1076"/>
        <pc:sldMkLst>
          <pc:docMk/>
          <pc:sldMk cId="0" sldId="260"/>
        </pc:sldMkLst>
        <pc:spChg chg="mod">
          <ac:chgData name="Gabriel CAPELL" userId="c7e7f398775b450c" providerId="Windows Live" clId="Web-{25283160-8411-FB9B-4121-22158033A703}" dt="2026-01-22T09:01:27.968" v="47" actId="1076"/>
          <ac:spMkLst>
            <pc:docMk/>
            <pc:sldMk cId="0" sldId="260"/>
            <ac:spMk id="153" creationId="{00000000-0000-0000-0000-000000000000}"/>
          </ac:spMkLst>
        </pc:spChg>
      </pc:sldChg>
      <pc:sldChg chg="modSp">
        <pc:chgData name="Gabriel CAPELL" userId="c7e7f398775b450c" providerId="Windows Live" clId="Web-{25283160-8411-FB9B-4121-22158033A703}" dt="2026-01-22T09:02:48.094" v="48" actId="20577"/>
        <pc:sldMkLst>
          <pc:docMk/>
          <pc:sldMk cId="0" sldId="262"/>
        </pc:sldMkLst>
        <pc:spChg chg="mod">
          <ac:chgData name="Gabriel CAPELL" userId="c7e7f398775b450c" providerId="Windows Live" clId="Web-{25283160-8411-FB9B-4121-22158033A703}" dt="2026-01-22T09:02:48.094" v="48" actId="20577"/>
          <ac:spMkLst>
            <pc:docMk/>
            <pc:sldMk cId="0" sldId="262"/>
            <ac:spMk id="167" creationId="{00000000-0000-0000-0000-000000000000}"/>
          </ac:spMkLst>
        </pc:spChg>
      </pc:sldChg>
      <pc:sldChg chg="modSp">
        <pc:chgData name="Gabriel CAPELL" userId="c7e7f398775b450c" providerId="Windows Live" clId="Web-{25283160-8411-FB9B-4121-22158033A703}" dt="2026-01-22T09:05:55.063" v="50" actId="1076"/>
        <pc:sldMkLst>
          <pc:docMk/>
          <pc:sldMk cId="0" sldId="263"/>
        </pc:sldMkLst>
      </pc:sldChg>
      <pc:sldChg chg="modSp">
        <pc:chgData name="Gabriel CAPELL" userId="c7e7f398775b450c" providerId="Windows Live" clId="Web-{25283160-8411-FB9B-4121-22158033A703}" dt="2026-01-22T09:09:22.851" v="51" actId="14100"/>
        <pc:sldMkLst>
          <pc:docMk/>
          <pc:sldMk cId="0" sldId="264"/>
        </pc:sldMkLst>
        <pc:spChg chg="mod">
          <ac:chgData name="Gabriel CAPELL" userId="c7e7f398775b450c" providerId="Windows Live" clId="Web-{25283160-8411-FB9B-4121-22158033A703}" dt="2026-01-22T09:09:22.851" v="51" actId="14100"/>
          <ac:spMkLst>
            <pc:docMk/>
            <pc:sldMk cId="0" sldId="264"/>
            <ac:spMk id="182" creationId="{00000000-0000-0000-0000-000000000000}"/>
          </ac:spMkLst>
        </pc:spChg>
      </pc:sldChg>
      <pc:sldChg chg="modSp">
        <pc:chgData name="Gabriel CAPELL" userId="c7e7f398775b450c" providerId="Windows Live" clId="Web-{25283160-8411-FB9B-4121-22158033A703}" dt="2026-01-22T09:13:29.248" v="55" actId="1076"/>
        <pc:sldMkLst>
          <pc:docMk/>
          <pc:sldMk cId="0" sldId="269"/>
        </pc:sldMkLst>
        <pc:spChg chg="mod">
          <ac:chgData name="Gabriel CAPELL" userId="c7e7f398775b450c" providerId="Windows Live" clId="Web-{25283160-8411-FB9B-4121-22158033A703}" dt="2026-01-22T09:13:06.779" v="53" actId="20577"/>
          <ac:spMkLst>
            <pc:docMk/>
            <pc:sldMk cId="0" sldId="269"/>
            <ac:spMk id="217" creationId="{00000000-0000-0000-0000-000000000000}"/>
          </ac:spMkLst>
        </pc:spChg>
        <pc:picChg chg="mod">
          <ac:chgData name="Gabriel CAPELL" userId="c7e7f398775b450c" providerId="Windows Live" clId="Web-{25283160-8411-FB9B-4121-22158033A703}" dt="2026-01-22T09:13:29.248" v="55" actId="1076"/>
          <ac:picMkLst>
            <pc:docMk/>
            <pc:sldMk cId="0" sldId="269"/>
            <ac:picMk id="4" creationId="{46E6B8B2-67F0-6DD0-60CF-3CE3601FF1DB}"/>
          </ac:picMkLst>
        </pc:picChg>
        <pc:picChg chg="mod">
          <ac:chgData name="Gabriel CAPELL" userId="c7e7f398775b450c" providerId="Windows Live" clId="Web-{25283160-8411-FB9B-4121-22158033A703}" dt="2026-01-22T09:13:26.795" v="54" actId="1076"/>
          <ac:picMkLst>
            <pc:docMk/>
            <pc:sldMk cId="0" sldId="269"/>
            <ac:picMk id="6" creationId="{B0621A91-CC4B-3839-27DC-C0DC9722CED9}"/>
          </ac:picMkLst>
        </pc:picChg>
      </pc:sldChg>
    </pc:docChg>
  </pc:docChgLst>
  <pc:docChgLst>
    <pc:chgData name="Gabriel CAPELL" userId="c7e7f398775b450c" providerId="Windows Live" clId="Web-{93170134-24E6-4121-85F3-03961C202C7C}"/>
    <pc:docChg chg="modSld">
      <pc:chgData name="Gabriel CAPELL" userId="c7e7f398775b450c" providerId="Windows Live" clId="Web-{93170134-24E6-4121-85F3-03961C202C7C}" dt="2026-01-28T17:04:48.666" v="249" actId="20577"/>
      <pc:docMkLst>
        <pc:docMk/>
      </pc:docMkLst>
      <pc:sldChg chg="modSp">
        <pc:chgData name="Gabriel CAPELL" userId="c7e7f398775b450c" providerId="Windows Live" clId="Web-{93170134-24E6-4121-85F3-03961C202C7C}" dt="2026-01-28T16:43:21.084" v="132" actId="20577"/>
        <pc:sldMkLst>
          <pc:docMk/>
          <pc:sldMk cId="0" sldId="259"/>
        </pc:sldMkLst>
        <pc:spChg chg="mod">
          <ac:chgData name="Gabriel CAPELL" userId="c7e7f398775b450c" providerId="Windows Live" clId="Web-{93170134-24E6-4121-85F3-03961C202C7C}" dt="2026-01-28T16:43:21.084" v="132" actId="20577"/>
          <ac:spMkLst>
            <pc:docMk/>
            <pc:sldMk cId="0" sldId="259"/>
            <ac:spMk id="146" creationId="{00000000-0000-0000-0000-000000000000}"/>
          </ac:spMkLst>
        </pc:spChg>
      </pc:sldChg>
      <pc:sldChg chg="modSp">
        <pc:chgData name="Gabriel CAPELL" userId="c7e7f398775b450c" providerId="Windows Live" clId="Web-{93170134-24E6-4121-85F3-03961C202C7C}" dt="2026-01-28T16:45:19.164" v="162" actId="14100"/>
        <pc:sldMkLst>
          <pc:docMk/>
          <pc:sldMk cId="0" sldId="262"/>
        </pc:sldMkLst>
        <pc:spChg chg="mod">
          <ac:chgData name="Gabriel CAPELL" userId="c7e7f398775b450c" providerId="Windows Live" clId="Web-{93170134-24E6-4121-85F3-03961C202C7C}" dt="2026-01-28T16:45:19.164" v="162" actId="14100"/>
          <ac:spMkLst>
            <pc:docMk/>
            <pc:sldMk cId="0" sldId="262"/>
            <ac:spMk id="167" creationId="{00000000-0000-0000-0000-000000000000}"/>
          </ac:spMkLst>
        </pc:spChg>
      </pc:sldChg>
      <pc:sldChg chg="modSp">
        <pc:chgData name="Gabriel CAPELL" userId="c7e7f398775b450c" providerId="Windows Live" clId="Web-{93170134-24E6-4121-85F3-03961C202C7C}" dt="2026-01-28T16:46:07.575" v="165" actId="20577"/>
        <pc:sldMkLst>
          <pc:docMk/>
          <pc:sldMk cId="0" sldId="267"/>
        </pc:sldMkLst>
        <pc:spChg chg="mod">
          <ac:chgData name="Gabriel CAPELL" userId="c7e7f398775b450c" providerId="Windows Live" clId="Web-{93170134-24E6-4121-85F3-03961C202C7C}" dt="2026-01-28T16:46:07.575" v="165" actId="20577"/>
          <ac:spMkLst>
            <pc:docMk/>
            <pc:sldMk cId="0" sldId="267"/>
            <ac:spMk id="203" creationId="{00000000-0000-0000-0000-000000000000}"/>
          </ac:spMkLst>
        </pc:spChg>
      </pc:sldChg>
      <pc:sldChg chg="modSp">
        <pc:chgData name="Gabriel CAPELL" userId="c7e7f398775b450c" providerId="Windows Live" clId="Web-{93170134-24E6-4121-85F3-03961C202C7C}" dt="2026-01-28T16:40:43.534" v="97" actId="20577"/>
        <pc:sldMkLst>
          <pc:docMk/>
          <pc:sldMk cId="0" sldId="268"/>
        </pc:sldMkLst>
        <pc:spChg chg="mod">
          <ac:chgData name="Gabriel CAPELL" userId="c7e7f398775b450c" providerId="Windows Live" clId="Web-{93170134-24E6-4121-85F3-03961C202C7C}" dt="2026-01-28T16:40:43.534" v="97" actId="20577"/>
          <ac:spMkLst>
            <pc:docMk/>
            <pc:sldMk cId="0" sldId="268"/>
            <ac:spMk id="210" creationId="{00000000-0000-0000-0000-000000000000}"/>
          </ac:spMkLst>
        </pc:spChg>
      </pc:sldChg>
      <pc:sldChg chg="addSp delSp modSp">
        <pc:chgData name="Gabriel CAPELL" userId="c7e7f398775b450c" providerId="Windows Live" clId="Web-{93170134-24E6-4121-85F3-03961C202C7C}" dt="2026-01-28T17:04:48.666" v="249" actId="20577"/>
        <pc:sldMkLst>
          <pc:docMk/>
          <pc:sldMk cId="0" sldId="269"/>
        </pc:sldMkLst>
        <pc:spChg chg="mod">
          <ac:chgData name="Gabriel CAPELL" userId="c7e7f398775b450c" providerId="Windows Live" clId="Web-{93170134-24E6-4121-85F3-03961C202C7C}" dt="2026-01-28T17:04:48.666" v="249" actId="20577"/>
          <ac:spMkLst>
            <pc:docMk/>
            <pc:sldMk cId="0" sldId="269"/>
            <ac:spMk id="217" creationId="{00000000-0000-0000-0000-000000000000}"/>
          </ac:spMkLst>
        </pc:spChg>
        <pc:picChg chg="add del mod">
          <ac:chgData name="Gabriel CAPELL" userId="c7e7f398775b450c" providerId="Windows Live" clId="Web-{93170134-24E6-4121-85F3-03961C202C7C}" dt="2026-01-28T17:02:30.046" v="184" actId="1076"/>
          <ac:picMkLst>
            <pc:docMk/>
            <pc:sldMk cId="0" sldId="269"/>
            <ac:picMk id="7" creationId="{3398DD9E-2925-24A6-866B-652B32096A2E}"/>
          </ac:picMkLst>
        </pc:picChg>
        <pc:picChg chg="add mod">
          <ac:chgData name="Gabriel CAPELL" userId="c7e7f398775b450c" providerId="Windows Live" clId="Web-{93170134-24E6-4121-85F3-03961C202C7C}" dt="2026-01-28T17:02:30.061" v="185" actId="1076"/>
          <ac:picMkLst>
            <pc:docMk/>
            <pc:sldMk cId="0" sldId="269"/>
            <ac:picMk id="9" creationId="{4F6BC14D-E9DD-CE1B-E306-7BFB6A69B4D0}"/>
          </ac:picMkLst>
        </pc:picChg>
      </pc:sldChg>
    </pc:docChg>
  </pc:docChgLst>
  <pc:docChgLst>
    <pc:chgData name="Gabriel CAPELL" userId="c7e7f398775b450c" providerId="Windows Live" clId="Web-{89C9E2B8-B8C9-4BC2-B5D0-BE7E08D0B445}"/>
    <pc:docChg chg="modSld">
      <pc:chgData name="Gabriel CAPELL" userId="c7e7f398775b450c" providerId="Windows Live" clId="Web-{89C9E2B8-B8C9-4BC2-B5D0-BE7E08D0B445}" dt="2026-01-29T08:57:55.662" v="6" actId="14100"/>
      <pc:docMkLst>
        <pc:docMk/>
      </pc:docMkLst>
      <pc:sldChg chg="modSp">
        <pc:chgData name="Gabriel CAPELL" userId="c7e7f398775b450c" providerId="Windows Live" clId="Web-{89C9E2B8-B8C9-4BC2-B5D0-BE7E08D0B445}" dt="2026-01-29T08:52:37.523" v="1" actId="1076"/>
        <pc:sldMkLst>
          <pc:docMk/>
          <pc:sldMk cId="0" sldId="262"/>
        </pc:sldMkLst>
        <pc:picChg chg="mod">
          <ac:chgData name="Gabriel CAPELL" userId="c7e7f398775b450c" providerId="Windows Live" clId="Web-{89C9E2B8-B8C9-4BC2-B5D0-BE7E08D0B445}" dt="2026-01-29T08:52:37.523" v="1" actId="1076"/>
          <ac:picMkLst>
            <pc:docMk/>
            <pc:sldMk cId="0" sldId="262"/>
            <ac:picMk id="3" creationId="{07043F58-8B73-1ECB-901B-4F4C90524B57}"/>
          </ac:picMkLst>
        </pc:picChg>
      </pc:sldChg>
      <pc:sldChg chg="modSp">
        <pc:chgData name="Gabriel CAPELL" userId="c7e7f398775b450c" providerId="Windows Live" clId="Web-{89C9E2B8-B8C9-4BC2-B5D0-BE7E08D0B445}" dt="2026-01-29T08:57:55.662" v="6" actId="14100"/>
        <pc:sldMkLst>
          <pc:docMk/>
          <pc:sldMk cId="0" sldId="270"/>
        </pc:sldMkLst>
        <pc:spChg chg="mod">
          <ac:chgData name="Gabriel CAPELL" userId="c7e7f398775b450c" providerId="Windows Live" clId="Web-{89C9E2B8-B8C9-4BC2-B5D0-BE7E08D0B445}" dt="2026-01-29T08:57:51.115" v="5" actId="1076"/>
          <ac:spMkLst>
            <pc:docMk/>
            <pc:sldMk cId="0" sldId="270"/>
            <ac:spMk id="4" creationId="{28F8DFD2-3965-1969-CD6F-5203B82F5A23}"/>
          </ac:spMkLst>
        </pc:spChg>
        <pc:picChg chg="mod">
          <ac:chgData name="Gabriel CAPELL" userId="c7e7f398775b450c" providerId="Windows Live" clId="Web-{89C9E2B8-B8C9-4BC2-B5D0-BE7E08D0B445}" dt="2026-01-29T08:57:55.662" v="6" actId="14100"/>
          <ac:picMkLst>
            <pc:docMk/>
            <pc:sldMk cId="0" sldId="270"/>
            <ac:picMk id="3" creationId="{77A57FA5-A199-2933-7CB1-DE01B7D99D95}"/>
          </ac:picMkLst>
        </pc:picChg>
      </pc:sldChg>
    </pc:docChg>
  </pc:docChgLst>
  <pc:docChgLst>
    <pc:chgData name="Gabriel CAPELL" userId="c7e7f398775b450c" providerId="Windows Live" clId="Web-{3A78AEA6-7F4F-20B7-1671-C006C80CC2BF}"/>
    <pc:docChg chg="modSld">
      <pc:chgData name="Gabriel CAPELL" userId="c7e7f398775b450c" providerId="Windows Live" clId="Web-{3A78AEA6-7F4F-20B7-1671-C006C80CC2BF}" dt="2026-01-21T13:56:07.349" v="1384" actId="20577"/>
      <pc:docMkLst>
        <pc:docMk/>
      </pc:docMkLst>
      <pc:sldChg chg="delSp modSp">
        <pc:chgData name="Gabriel CAPELL" userId="c7e7f398775b450c" providerId="Windows Live" clId="Web-{3A78AEA6-7F4F-20B7-1671-C006C80CC2BF}" dt="2026-01-21T13:31:36.746" v="560" actId="20577"/>
        <pc:sldMkLst>
          <pc:docMk/>
          <pc:sldMk cId="0" sldId="257"/>
        </pc:sldMkLst>
        <pc:spChg chg="mod">
          <ac:chgData name="Gabriel CAPELL" userId="c7e7f398775b450c" providerId="Windows Live" clId="Web-{3A78AEA6-7F4F-20B7-1671-C006C80CC2BF}" dt="2026-01-21T13:31:36.746" v="560" actId="20577"/>
          <ac:spMkLst>
            <pc:docMk/>
            <pc:sldMk cId="0" sldId="257"/>
            <ac:spMk id="131" creationId="{00000000-0000-0000-0000-000000000000}"/>
          </ac:spMkLst>
        </pc:spChg>
      </pc:sldChg>
      <pc:sldChg chg="addSp delSp modSp">
        <pc:chgData name="Gabriel CAPELL" userId="c7e7f398775b450c" providerId="Windows Live" clId="Web-{3A78AEA6-7F4F-20B7-1671-C006C80CC2BF}" dt="2026-01-21T13:35:20.612" v="691" actId="20577"/>
        <pc:sldMkLst>
          <pc:docMk/>
          <pc:sldMk cId="0" sldId="258"/>
        </pc:sldMkLst>
        <pc:spChg chg="add mod">
          <ac:chgData name="Gabriel CAPELL" userId="c7e7f398775b450c" providerId="Windows Live" clId="Web-{3A78AEA6-7F4F-20B7-1671-C006C80CC2BF}" dt="2026-01-21T13:35:20.612" v="691" actId="20577"/>
          <ac:spMkLst>
            <pc:docMk/>
            <pc:sldMk cId="0" sldId="258"/>
            <ac:spMk id="3" creationId="{B25640BE-A931-1D63-2698-43EDF6F12BE7}"/>
          </ac:spMkLst>
        </pc:spChg>
      </pc:sldChg>
      <pc:sldChg chg="delSp modSp">
        <pc:chgData name="Gabriel CAPELL" userId="c7e7f398775b450c" providerId="Windows Live" clId="Web-{3A78AEA6-7F4F-20B7-1671-C006C80CC2BF}" dt="2026-01-21T13:37:37.849" v="746" actId="20577"/>
        <pc:sldMkLst>
          <pc:docMk/>
          <pc:sldMk cId="0" sldId="259"/>
        </pc:sldMkLst>
        <pc:spChg chg="mod">
          <ac:chgData name="Gabriel CAPELL" userId="c7e7f398775b450c" providerId="Windows Live" clId="Web-{3A78AEA6-7F4F-20B7-1671-C006C80CC2BF}" dt="2026-01-21T13:37:37.849" v="746" actId="20577"/>
          <ac:spMkLst>
            <pc:docMk/>
            <pc:sldMk cId="0" sldId="259"/>
            <ac:spMk id="146" creationId="{00000000-0000-0000-0000-000000000000}"/>
          </ac:spMkLst>
        </pc:spChg>
      </pc:sldChg>
      <pc:sldChg chg="delSp modSp">
        <pc:chgData name="Gabriel CAPELL" userId="c7e7f398775b450c" providerId="Windows Live" clId="Web-{3A78AEA6-7F4F-20B7-1671-C006C80CC2BF}" dt="2026-01-21T13:41:01.790" v="893" actId="1076"/>
        <pc:sldMkLst>
          <pc:docMk/>
          <pc:sldMk cId="0" sldId="260"/>
        </pc:sldMkLst>
        <pc:spChg chg="mod">
          <ac:chgData name="Gabriel CAPELL" userId="c7e7f398775b450c" providerId="Windows Live" clId="Web-{3A78AEA6-7F4F-20B7-1671-C006C80CC2BF}" dt="2026-01-21T13:41:01.790" v="893" actId="1076"/>
          <ac:spMkLst>
            <pc:docMk/>
            <pc:sldMk cId="0" sldId="260"/>
            <ac:spMk id="153" creationId="{00000000-0000-0000-0000-000000000000}"/>
          </ac:spMkLst>
        </pc:spChg>
      </pc:sldChg>
      <pc:sldChg chg="delSp modSp">
        <pc:chgData name="Gabriel CAPELL" userId="c7e7f398775b450c" providerId="Windows Live" clId="Web-{3A78AEA6-7F4F-20B7-1671-C006C80CC2BF}" dt="2026-01-21T13:42:57.031" v="975"/>
        <pc:sldMkLst>
          <pc:docMk/>
          <pc:sldMk cId="0" sldId="261"/>
        </pc:sldMkLst>
        <pc:spChg chg="mod">
          <ac:chgData name="Gabriel CAPELL" userId="c7e7f398775b450c" providerId="Windows Live" clId="Web-{3A78AEA6-7F4F-20B7-1671-C006C80CC2BF}" dt="2026-01-21T13:42:51.265" v="974" actId="20577"/>
          <ac:spMkLst>
            <pc:docMk/>
            <pc:sldMk cId="0" sldId="261"/>
            <ac:spMk id="160" creationId="{00000000-0000-0000-0000-000000000000}"/>
          </ac:spMkLst>
        </pc:spChg>
      </pc:sldChg>
      <pc:sldChg chg="modSp">
        <pc:chgData name="Gabriel CAPELL" userId="c7e7f398775b450c" providerId="Windows Live" clId="Web-{3A78AEA6-7F4F-20B7-1671-C006C80CC2BF}" dt="2026-01-21T13:46:00.541" v="1057" actId="20577"/>
        <pc:sldMkLst>
          <pc:docMk/>
          <pc:sldMk cId="0" sldId="262"/>
        </pc:sldMkLst>
        <pc:spChg chg="mod">
          <ac:chgData name="Gabriel CAPELL" userId="c7e7f398775b450c" providerId="Windows Live" clId="Web-{3A78AEA6-7F4F-20B7-1671-C006C80CC2BF}" dt="2026-01-21T13:46:00.541" v="1057" actId="20577"/>
          <ac:spMkLst>
            <pc:docMk/>
            <pc:sldMk cId="0" sldId="262"/>
            <ac:spMk id="167" creationId="{00000000-0000-0000-0000-000000000000}"/>
          </ac:spMkLst>
        </pc:spChg>
      </pc:sldChg>
      <pc:sldChg chg="modSp">
        <pc:chgData name="Gabriel CAPELL" userId="c7e7f398775b450c" providerId="Windows Live" clId="Web-{3A78AEA6-7F4F-20B7-1671-C006C80CC2BF}" dt="2026-01-21T13:49:24.375" v="1122" actId="20577"/>
        <pc:sldMkLst>
          <pc:docMk/>
          <pc:sldMk cId="0" sldId="264"/>
        </pc:sldMkLst>
        <pc:spChg chg="mod">
          <ac:chgData name="Gabriel CAPELL" userId="c7e7f398775b450c" providerId="Windows Live" clId="Web-{3A78AEA6-7F4F-20B7-1671-C006C80CC2BF}" dt="2026-01-21T13:49:24.375" v="1122" actId="20577"/>
          <ac:spMkLst>
            <pc:docMk/>
            <pc:sldMk cId="0" sldId="264"/>
            <ac:spMk id="182" creationId="{00000000-0000-0000-0000-000000000000}"/>
          </ac:spMkLst>
        </pc:spChg>
      </pc:sldChg>
      <pc:sldChg chg="modSp">
        <pc:chgData name="Gabriel CAPELL" userId="c7e7f398775b450c" providerId="Windows Live" clId="Web-{3A78AEA6-7F4F-20B7-1671-C006C80CC2BF}" dt="2026-01-21T13:52:40.613" v="1294" actId="20577"/>
        <pc:sldMkLst>
          <pc:docMk/>
          <pc:sldMk cId="0" sldId="265"/>
        </pc:sldMkLst>
        <pc:spChg chg="mod">
          <ac:chgData name="Gabriel CAPELL" userId="c7e7f398775b450c" providerId="Windows Live" clId="Web-{3A78AEA6-7F4F-20B7-1671-C006C80CC2BF}" dt="2026-01-21T13:52:40.613" v="1294" actId="20577"/>
          <ac:spMkLst>
            <pc:docMk/>
            <pc:sldMk cId="0" sldId="265"/>
            <ac:spMk id="189" creationId="{00000000-0000-0000-0000-000000000000}"/>
          </ac:spMkLst>
        </pc:spChg>
      </pc:sldChg>
      <pc:sldChg chg="delSp modSp">
        <pc:chgData name="Gabriel CAPELL" userId="c7e7f398775b450c" providerId="Windows Live" clId="Web-{3A78AEA6-7F4F-20B7-1671-C006C80CC2BF}" dt="2026-01-21T13:53:23.082" v="1298" actId="1076"/>
        <pc:sldMkLst>
          <pc:docMk/>
          <pc:sldMk cId="0" sldId="266"/>
        </pc:sldMkLst>
        <pc:picChg chg="mod">
          <ac:chgData name="Gabriel CAPELL" userId="c7e7f398775b450c" providerId="Windows Live" clId="Web-{3A78AEA6-7F4F-20B7-1671-C006C80CC2BF}" dt="2026-01-21T13:53:23.082" v="1298" actId="1076"/>
          <ac:picMkLst>
            <pc:docMk/>
            <pc:sldMk cId="0" sldId="266"/>
            <ac:picMk id="2" creationId="{BFB47512-5FB4-D300-8203-32B764ED85D0}"/>
          </ac:picMkLst>
        </pc:picChg>
      </pc:sldChg>
      <pc:sldChg chg="addSp delSp modSp">
        <pc:chgData name="Gabriel CAPELL" userId="c7e7f398775b450c" providerId="Windows Live" clId="Web-{3A78AEA6-7F4F-20B7-1671-C006C80CC2BF}" dt="2026-01-21T13:56:07.349" v="1384" actId="20577"/>
        <pc:sldMkLst>
          <pc:docMk/>
          <pc:sldMk cId="0" sldId="270"/>
        </pc:sldMkLst>
        <pc:spChg chg="add mod">
          <ac:chgData name="Gabriel CAPELL" userId="c7e7f398775b450c" providerId="Windows Live" clId="Web-{3A78AEA6-7F4F-20B7-1671-C006C80CC2BF}" dt="2026-01-21T13:56:07.349" v="1384" actId="20577"/>
          <ac:spMkLst>
            <pc:docMk/>
            <pc:sldMk cId="0" sldId="270"/>
            <ac:spMk id="4" creationId="{28F8DFD2-3965-1969-CD6F-5203B82F5A23}"/>
          </ac:spMkLst>
        </pc:spChg>
      </pc:sldChg>
    </pc:docChg>
  </pc:docChgLst>
  <pc:docChgLst>
    <pc:chgData name="Gabriel CAPELL" userId="c7e7f398775b450c" providerId="Windows Live" clId="Web-{5FB42269-8D73-41A2-A68F-1A18524EB106}"/>
    <pc:docChg chg="modSld">
      <pc:chgData name="Gabriel CAPELL" userId="c7e7f398775b450c" providerId="Windows Live" clId="Web-{5FB42269-8D73-41A2-A68F-1A18524EB106}" dt="2026-01-30T07:22:18.252" v="4" actId="20577"/>
      <pc:docMkLst>
        <pc:docMk/>
      </pc:docMkLst>
      <pc:sldChg chg="modSp">
        <pc:chgData name="Gabriel CAPELL" userId="c7e7f398775b450c" providerId="Windows Live" clId="Web-{5FB42269-8D73-41A2-A68F-1A18524EB106}" dt="2026-01-30T07:22:18.252" v="4" actId="20577"/>
        <pc:sldMkLst>
          <pc:docMk/>
          <pc:sldMk cId="0" sldId="260"/>
        </pc:sldMkLst>
        <pc:spChg chg="mod">
          <ac:chgData name="Gabriel CAPELL" userId="c7e7f398775b450c" providerId="Windows Live" clId="Web-{5FB42269-8D73-41A2-A68F-1A18524EB106}" dt="2026-01-30T07:22:18.252" v="4" actId="20577"/>
          <ac:spMkLst>
            <pc:docMk/>
            <pc:sldMk cId="0" sldId="260"/>
            <ac:spMk id="153" creationId="{00000000-0000-0000-0000-000000000000}"/>
          </ac:spMkLst>
        </pc:spChg>
      </pc:sldChg>
    </pc:docChg>
  </pc:docChgLst>
  <pc:docChgLst>
    <pc:chgData name="Gabriel CAPELL" userId="c7e7f398775b450c" providerId="Windows Live" clId="Web-{578CE994-B418-43FA-9206-A24F4CF3AD59}"/>
    <pc:docChg chg="modSld">
      <pc:chgData name="Gabriel CAPELL" userId="c7e7f398775b450c" providerId="Windows Live" clId="Web-{578CE994-B418-43FA-9206-A24F4CF3AD59}" dt="2026-01-15T12:29:37.128" v="5" actId="14100"/>
      <pc:docMkLst>
        <pc:docMk/>
      </pc:docMkLst>
      <pc:sldChg chg="addSp delSp modSp">
        <pc:chgData name="Gabriel CAPELL" userId="c7e7f398775b450c" providerId="Windows Live" clId="Web-{578CE994-B418-43FA-9206-A24F4CF3AD59}" dt="2026-01-15T12:29:37.128" v="5" actId="14100"/>
        <pc:sldMkLst>
          <pc:docMk/>
          <pc:sldMk cId="0" sldId="264"/>
        </pc:sldMkLst>
        <pc:picChg chg="add mod">
          <ac:chgData name="Gabriel CAPELL" userId="c7e7f398775b450c" providerId="Windows Live" clId="Web-{578CE994-B418-43FA-9206-A24F4CF3AD59}" dt="2026-01-15T12:29:37.128" v="5" actId="14100"/>
          <ac:picMkLst>
            <pc:docMk/>
            <pc:sldMk cId="0" sldId="264"/>
            <ac:picMk id="2" creationId="{BE8DC33B-FBCB-6EF5-A82A-737ADB4D56C4}"/>
          </ac:picMkLst>
        </pc:picChg>
      </pc:sldChg>
    </pc:docChg>
  </pc:docChgLst>
  <pc:docChgLst>
    <pc:chgData name="Gabriel CAPELL" userId="c7e7f398775b450c" providerId="Windows Live" clId="Web-{F795F22A-34D1-2E2C-C5CA-896D81DC7CC4}"/>
    <pc:docChg chg="modSld">
      <pc:chgData name="Gabriel CAPELL" userId="c7e7f398775b450c" providerId="Windows Live" clId="Web-{F795F22A-34D1-2E2C-C5CA-896D81DC7CC4}" dt="2026-01-20T09:14:23.925" v="136" actId="14100"/>
      <pc:docMkLst>
        <pc:docMk/>
      </pc:docMkLst>
      <pc:sldChg chg="delSp modSp">
        <pc:chgData name="Gabriel CAPELL" userId="c7e7f398775b450c" providerId="Windows Live" clId="Web-{F795F22A-34D1-2E2C-C5CA-896D81DC7CC4}" dt="2026-01-20T06:51:05.481" v="65" actId="20577"/>
        <pc:sldMkLst>
          <pc:docMk/>
          <pc:sldMk cId="0" sldId="256"/>
        </pc:sldMkLst>
        <pc:spChg chg="mod">
          <ac:chgData name="Gabriel CAPELL" userId="c7e7f398775b450c" providerId="Windows Live" clId="Web-{F795F22A-34D1-2E2C-C5CA-896D81DC7CC4}" dt="2026-01-20T06:51:05.481" v="65" actId="20577"/>
          <ac:spMkLst>
            <pc:docMk/>
            <pc:sldMk cId="0" sldId="256"/>
            <ac:spMk id="122" creationId="{00000000-0000-0000-0000-000000000000}"/>
          </ac:spMkLst>
        </pc:spChg>
      </pc:sldChg>
      <pc:sldChg chg="addSp delSp modSp">
        <pc:chgData name="Gabriel CAPELL" userId="c7e7f398775b450c" providerId="Windows Live" clId="Web-{F795F22A-34D1-2E2C-C5CA-896D81DC7CC4}" dt="2026-01-20T08:13:56.543" v="77" actId="1076"/>
        <pc:sldMkLst>
          <pc:docMk/>
          <pc:sldMk cId="0" sldId="259"/>
        </pc:sldMkLst>
        <pc:spChg chg="mod">
          <ac:chgData name="Gabriel CAPELL" userId="c7e7f398775b450c" providerId="Windows Live" clId="Web-{F795F22A-34D1-2E2C-C5CA-896D81DC7CC4}" dt="2026-01-20T08:13:51.793" v="76" actId="14100"/>
          <ac:spMkLst>
            <pc:docMk/>
            <pc:sldMk cId="0" sldId="259"/>
            <ac:spMk id="146" creationId="{00000000-0000-0000-0000-000000000000}"/>
          </ac:spMkLst>
        </pc:spChg>
        <pc:picChg chg="add mod">
          <ac:chgData name="Gabriel CAPELL" userId="c7e7f398775b450c" providerId="Windows Live" clId="Web-{F795F22A-34D1-2E2C-C5CA-896D81DC7CC4}" dt="2026-01-20T08:13:56.543" v="77" actId="1076"/>
          <ac:picMkLst>
            <pc:docMk/>
            <pc:sldMk cId="0" sldId="259"/>
            <ac:picMk id="3" creationId="{B28E39B6-41F6-622A-1A0F-149DFABFE4AF}"/>
          </ac:picMkLst>
        </pc:picChg>
      </pc:sldChg>
      <pc:sldChg chg="addSp delSp modSp">
        <pc:chgData name="Gabriel CAPELL" userId="c7e7f398775b450c" providerId="Windows Live" clId="Web-{F795F22A-34D1-2E2C-C5CA-896D81DC7CC4}" dt="2026-01-20T08:18:13.971" v="87" actId="1076"/>
        <pc:sldMkLst>
          <pc:docMk/>
          <pc:sldMk cId="0" sldId="260"/>
        </pc:sldMkLst>
        <pc:spChg chg="mod">
          <ac:chgData name="Gabriel CAPELL" userId="c7e7f398775b450c" providerId="Windows Live" clId="Web-{F795F22A-34D1-2E2C-C5CA-896D81DC7CC4}" dt="2026-01-20T08:16:48.436" v="84" actId="14100"/>
          <ac:spMkLst>
            <pc:docMk/>
            <pc:sldMk cId="0" sldId="260"/>
            <ac:spMk id="153" creationId="{00000000-0000-0000-0000-000000000000}"/>
          </ac:spMkLst>
        </pc:spChg>
        <pc:picChg chg="add mod">
          <ac:chgData name="Gabriel CAPELL" userId="c7e7f398775b450c" providerId="Windows Live" clId="Web-{F795F22A-34D1-2E2C-C5CA-896D81DC7CC4}" dt="2026-01-20T08:15:32.732" v="79" actId="1076"/>
          <ac:picMkLst>
            <pc:docMk/>
            <pc:sldMk cId="0" sldId="260"/>
            <ac:picMk id="2" creationId="{FD2B42BA-0E7C-A938-1B42-F5B67614C2A9}"/>
          </ac:picMkLst>
        </pc:picChg>
        <pc:picChg chg="add mod">
          <ac:chgData name="Gabriel CAPELL" userId="c7e7f398775b450c" providerId="Windows Live" clId="Web-{F795F22A-34D1-2E2C-C5CA-896D81DC7CC4}" dt="2026-01-20T08:15:55.920" v="81" actId="1076"/>
          <ac:picMkLst>
            <pc:docMk/>
            <pc:sldMk cId="0" sldId="260"/>
            <ac:picMk id="3" creationId="{1D95542A-CFE9-EE3A-9CE6-E31D329876E9}"/>
          </ac:picMkLst>
        </pc:picChg>
        <pc:picChg chg="add mod">
          <ac:chgData name="Gabriel CAPELL" userId="c7e7f398775b450c" providerId="Windows Live" clId="Web-{F795F22A-34D1-2E2C-C5CA-896D81DC7CC4}" dt="2026-01-20T08:18:13.971" v="87" actId="1076"/>
          <ac:picMkLst>
            <pc:docMk/>
            <pc:sldMk cId="0" sldId="260"/>
            <ac:picMk id="5" creationId="{6748136B-925A-FBBA-282F-7B1B01DDB030}"/>
          </ac:picMkLst>
        </pc:picChg>
      </pc:sldChg>
      <pc:sldChg chg="addSp delSp modSp">
        <pc:chgData name="Gabriel CAPELL" userId="c7e7f398775b450c" providerId="Windows Live" clId="Web-{F795F22A-34D1-2E2C-C5CA-896D81DC7CC4}" dt="2026-01-20T08:20:59.033" v="100" actId="1076"/>
        <pc:sldMkLst>
          <pc:docMk/>
          <pc:sldMk cId="0" sldId="261"/>
        </pc:sldMkLst>
        <pc:spChg chg="mod">
          <ac:chgData name="Gabriel CAPELL" userId="c7e7f398775b450c" providerId="Windows Live" clId="Web-{F795F22A-34D1-2E2C-C5CA-896D81DC7CC4}" dt="2026-01-20T08:20:55.392" v="97" actId="14100"/>
          <ac:spMkLst>
            <pc:docMk/>
            <pc:sldMk cId="0" sldId="261"/>
            <ac:spMk id="160" creationId="{00000000-0000-0000-0000-000000000000}"/>
          </ac:spMkLst>
        </pc:spChg>
        <pc:picChg chg="add mod">
          <ac:chgData name="Gabriel CAPELL" userId="c7e7f398775b450c" providerId="Windows Live" clId="Web-{F795F22A-34D1-2E2C-C5CA-896D81DC7CC4}" dt="2026-01-20T08:20:44.907" v="94" actId="14100"/>
          <ac:picMkLst>
            <pc:docMk/>
            <pc:sldMk cId="0" sldId="261"/>
            <ac:picMk id="3" creationId="{279A779B-9DF8-C1EE-40B4-571430D00D6B}"/>
          </ac:picMkLst>
        </pc:picChg>
      </pc:sldChg>
      <pc:sldChg chg="addSp modSp">
        <pc:chgData name="Gabriel CAPELL" userId="c7e7f398775b450c" providerId="Windows Live" clId="Web-{F795F22A-34D1-2E2C-C5CA-896D81DC7CC4}" dt="2026-01-20T08:44:44.028" v="105" actId="14100"/>
        <pc:sldMkLst>
          <pc:docMk/>
          <pc:sldMk cId="0" sldId="262"/>
        </pc:sldMkLst>
      </pc:sldChg>
      <pc:sldChg chg="addSp delSp modSp">
        <pc:chgData name="Gabriel CAPELL" userId="c7e7f398775b450c" providerId="Windows Live" clId="Web-{F795F22A-34D1-2E2C-C5CA-896D81DC7CC4}" dt="2026-01-20T09:14:23.925" v="136" actId="14100"/>
        <pc:sldMkLst>
          <pc:docMk/>
          <pc:sldMk cId="0" sldId="263"/>
        </pc:sldMkLst>
      </pc:sldChg>
      <pc:sldChg chg="modSp">
        <pc:chgData name="Gabriel CAPELL" userId="c7e7f398775b450c" providerId="Windows Live" clId="Web-{F795F22A-34D1-2E2C-C5CA-896D81DC7CC4}" dt="2026-01-20T06:21:55.410" v="13" actId="14100"/>
        <pc:sldMkLst>
          <pc:docMk/>
          <pc:sldMk cId="0" sldId="264"/>
        </pc:sldMkLst>
        <pc:spChg chg="mod">
          <ac:chgData name="Gabriel CAPELL" userId="c7e7f398775b450c" providerId="Windows Live" clId="Web-{F795F22A-34D1-2E2C-C5CA-896D81DC7CC4}" dt="2026-01-20T06:21:49.753" v="12" actId="1076"/>
          <ac:spMkLst>
            <pc:docMk/>
            <pc:sldMk cId="0" sldId="264"/>
            <ac:spMk id="182" creationId="{00000000-0000-0000-0000-000000000000}"/>
          </ac:spMkLst>
        </pc:spChg>
        <pc:picChg chg="mod">
          <ac:chgData name="Gabriel CAPELL" userId="c7e7f398775b450c" providerId="Windows Live" clId="Web-{F795F22A-34D1-2E2C-C5CA-896D81DC7CC4}" dt="2026-01-20T06:21:55.410" v="13" actId="14100"/>
          <ac:picMkLst>
            <pc:docMk/>
            <pc:sldMk cId="0" sldId="264"/>
            <ac:picMk id="2" creationId="{BE8DC33B-FBCB-6EF5-A82A-737ADB4D56C4}"/>
          </ac:picMkLst>
        </pc:picChg>
      </pc:sldChg>
      <pc:sldChg chg="addSp delSp modSp">
        <pc:chgData name="Gabriel CAPELL" userId="c7e7f398775b450c" providerId="Windows Live" clId="Web-{F795F22A-34D1-2E2C-C5CA-896D81DC7CC4}" dt="2026-01-20T06:25:19.630" v="27" actId="14100"/>
        <pc:sldMkLst>
          <pc:docMk/>
          <pc:sldMk cId="0" sldId="265"/>
        </pc:sldMkLst>
        <pc:spChg chg="mod">
          <ac:chgData name="Gabriel CAPELL" userId="c7e7f398775b450c" providerId="Windows Live" clId="Web-{F795F22A-34D1-2E2C-C5CA-896D81DC7CC4}" dt="2026-01-20T06:25:19.630" v="27" actId="14100"/>
          <ac:spMkLst>
            <pc:docMk/>
            <pc:sldMk cId="0" sldId="265"/>
            <ac:spMk id="189" creationId="{00000000-0000-0000-0000-000000000000}"/>
          </ac:spMkLst>
        </pc:spChg>
        <pc:picChg chg="add mod">
          <ac:chgData name="Gabriel CAPELL" userId="c7e7f398775b450c" providerId="Windows Live" clId="Web-{F795F22A-34D1-2E2C-C5CA-896D81DC7CC4}" dt="2026-01-20T06:25:12.770" v="24" actId="14100"/>
          <ac:picMkLst>
            <pc:docMk/>
            <pc:sldMk cId="0" sldId="265"/>
            <ac:picMk id="2" creationId="{7F759CEE-9924-9611-0DB4-32BF917AB8AE}"/>
          </ac:picMkLst>
        </pc:picChg>
      </pc:sldChg>
      <pc:sldChg chg="addSp delSp modSp">
        <pc:chgData name="Gabriel CAPELL" userId="c7e7f398775b450c" providerId="Windows Live" clId="Web-{F795F22A-34D1-2E2C-C5CA-896D81DC7CC4}" dt="2026-01-20T06:44:12.657" v="38" actId="14100"/>
        <pc:sldMkLst>
          <pc:docMk/>
          <pc:sldMk cId="0" sldId="266"/>
        </pc:sldMkLst>
        <pc:picChg chg="add mod">
          <ac:chgData name="Gabriel CAPELL" userId="c7e7f398775b450c" providerId="Windows Live" clId="Web-{F795F22A-34D1-2E2C-C5CA-896D81DC7CC4}" dt="2026-01-20T06:44:12.657" v="38" actId="14100"/>
          <ac:picMkLst>
            <pc:docMk/>
            <pc:sldMk cId="0" sldId="266"/>
            <ac:picMk id="2" creationId="{BFB47512-5FB4-D300-8203-32B764ED85D0}"/>
          </ac:picMkLst>
        </pc:picChg>
      </pc:sldChg>
      <pc:sldChg chg="addSp delSp modSp">
        <pc:chgData name="Gabriel CAPELL" userId="c7e7f398775b450c" providerId="Windows Live" clId="Web-{F795F22A-34D1-2E2C-C5CA-896D81DC7CC4}" dt="2026-01-20T06:50:34.965" v="54" actId="14100"/>
        <pc:sldMkLst>
          <pc:docMk/>
          <pc:sldMk cId="0" sldId="267"/>
        </pc:sldMkLst>
        <pc:spChg chg="mod">
          <ac:chgData name="Gabriel CAPELL" userId="c7e7f398775b450c" providerId="Windows Live" clId="Web-{F795F22A-34D1-2E2C-C5CA-896D81DC7CC4}" dt="2026-01-20T06:50:34.965" v="54" actId="14100"/>
          <ac:spMkLst>
            <pc:docMk/>
            <pc:sldMk cId="0" sldId="267"/>
            <ac:spMk id="203" creationId="{00000000-0000-0000-0000-000000000000}"/>
          </ac:spMkLst>
        </pc:spChg>
        <pc:picChg chg="add mod">
          <ac:chgData name="Gabriel CAPELL" userId="c7e7f398775b450c" providerId="Windows Live" clId="Web-{F795F22A-34D1-2E2C-C5CA-896D81DC7CC4}" dt="2026-01-20T06:50:26.199" v="51" actId="1076"/>
          <ac:picMkLst>
            <pc:docMk/>
            <pc:sldMk cId="0" sldId="267"/>
            <ac:picMk id="2" creationId="{D1FFA401-67CC-5FF5-2772-64FF9557EC83}"/>
          </ac:picMkLst>
        </pc:picChg>
      </pc:sldChg>
      <pc:sldChg chg="addSp delSp modSp">
        <pc:chgData name="Gabriel CAPELL" userId="c7e7f398775b450c" providerId="Windows Live" clId="Web-{F795F22A-34D1-2E2C-C5CA-896D81DC7CC4}" dt="2026-01-20T06:50:00.385" v="49" actId="1076"/>
        <pc:sldMkLst>
          <pc:docMk/>
          <pc:sldMk cId="0" sldId="268"/>
        </pc:sldMkLst>
        <pc:spChg chg="mod">
          <ac:chgData name="Gabriel CAPELL" userId="c7e7f398775b450c" providerId="Windows Live" clId="Web-{F795F22A-34D1-2E2C-C5CA-896D81DC7CC4}" dt="2026-01-20T06:49:56.744" v="48" actId="14100"/>
          <ac:spMkLst>
            <pc:docMk/>
            <pc:sldMk cId="0" sldId="268"/>
            <ac:spMk id="210" creationId="{00000000-0000-0000-0000-000000000000}"/>
          </ac:spMkLst>
        </pc:spChg>
        <pc:picChg chg="add mod">
          <ac:chgData name="Gabriel CAPELL" userId="c7e7f398775b450c" providerId="Windows Live" clId="Web-{F795F22A-34D1-2E2C-C5CA-896D81DC7CC4}" dt="2026-01-20T06:50:00.385" v="49" actId="1076"/>
          <ac:picMkLst>
            <pc:docMk/>
            <pc:sldMk cId="0" sldId="268"/>
            <ac:picMk id="2" creationId="{64519183-12DF-23A3-3FD0-0098B1E52E65}"/>
          </ac:picMkLst>
        </pc:picChg>
      </pc:sldChg>
      <pc:sldChg chg="addSp delSp modSp">
        <pc:chgData name="Gabriel CAPELL" userId="c7e7f398775b450c" providerId="Windows Live" clId="Web-{F795F22A-34D1-2E2C-C5CA-896D81DC7CC4}" dt="2026-01-20T06:44:42.612" v="40" actId="14100"/>
        <pc:sldMkLst>
          <pc:docMk/>
          <pc:sldMk cId="0" sldId="27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a:solidFill>
                  <a:schemeClr val="dk1"/>
                </a:solidFill>
                <a:latin typeface="Calibri"/>
                <a:ea typeface="Calibri"/>
                <a:cs typeface="Calibri"/>
                <a:sym typeface="Calibri"/>
              </a:rPr>
              <a:t>‹N°›</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7" name="Google Shape;11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8" name="Google Shape;118;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8" name="Google Shape;128;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5" name="Google Shape;13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3" name="Google Shape;143;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0" name="Google Shape;150;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7" name="Google Shape;157;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4" name="Google Shape;16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2" name="Google Shape;17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9" name="Google Shape;179;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6" name="Google Shape;186;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2233f607d43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3" name="Google Shape;193;g2233f607d43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0" name="Google Shape;200;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7" name="Google Shape;207;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4" name="Google Shape;214;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1" name="Google Shape;221;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8" name="Google Shape;228;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e de titre" type="title">
  <p:cSld name="TITLE">
    <p:spTree>
      <p:nvGrpSpPr>
        <p:cNvPr id="1" name="Shape 15"/>
        <p:cNvGrpSpPr/>
        <p:nvPr/>
      </p:nvGrpSpPr>
      <p:grpSpPr>
        <a:xfrm>
          <a:off x="0" y="0"/>
          <a:ext cx="0" cy="0"/>
          <a:chOff x="0" y="0"/>
          <a:chExt cx="0" cy="0"/>
        </a:xfrm>
      </p:grpSpPr>
      <p:sp>
        <p:nvSpPr>
          <p:cNvPr id="16" name="Google Shape;16;p17"/>
          <p:cNvSpPr/>
          <p:nvPr/>
        </p:nvSpPr>
        <p:spPr>
          <a:xfrm>
            <a:off x="0" y="-3175"/>
            <a:ext cx="12192000" cy="5203825"/>
          </a:xfrm>
          <a:custGeom>
            <a:avLst/>
            <a:gdLst/>
            <a:ahLst/>
            <a:cxnLst/>
            <a:rect l="l" t="t" r="r" b="b"/>
            <a:pathLst>
              <a:path w="5760" h="3278" extrusionOk="0">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blipFill rotWithShape="1">
            <a:blip r:embed="rId2">
              <a:alphaModFix/>
            </a:blip>
            <a:tile tx="0" ty="0" sx="100000" sy="100000" flip="none" algn="tl"/>
          </a:blipFill>
          <a:ln w="9525" cap="rnd" cmpd="sng">
            <a:solidFill>
              <a:schemeClr val="accent1"/>
            </a:solidFill>
            <a:prstDash val="solid"/>
            <a:round/>
            <a:headEnd type="none" w="sm" len="sm"/>
            <a:tailEnd type="none" w="sm" len="sm"/>
          </a:ln>
        </p:spPr>
      </p:sp>
      <p:sp>
        <p:nvSpPr>
          <p:cNvPr id="17" name="Google Shape;17;p17"/>
          <p:cNvSpPr txBox="1">
            <a:spLocks noGrp="1"/>
          </p:cNvSpPr>
          <p:nvPr>
            <p:ph type="ctrTitle"/>
          </p:nvPr>
        </p:nvSpPr>
        <p:spPr>
          <a:xfrm>
            <a:off x="810001" y="1449147"/>
            <a:ext cx="10572000" cy="2971051"/>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l">
              <a:lnSpc>
                <a:spcPct val="100000"/>
              </a:lnSpc>
              <a:spcBef>
                <a:spcPts val="0"/>
              </a:spcBef>
              <a:spcAft>
                <a:spcPts val="0"/>
              </a:spcAft>
              <a:buClr>
                <a:srgbClr val="FEFEFE"/>
              </a:buClr>
              <a:buSzPts val="5400"/>
              <a:buFont typeface="Century Gothic"/>
              <a:buNone/>
              <a:defRPr sz="5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17"/>
          <p:cNvSpPr txBox="1">
            <a:spLocks noGrp="1"/>
          </p:cNvSpPr>
          <p:nvPr>
            <p:ph type="subTitle" idx="1"/>
          </p:nvPr>
        </p:nvSpPr>
        <p:spPr>
          <a:xfrm>
            <a:off x="810001" y="5280847"/>
            <a:ext cx="10572000" cy="434974"/>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rmAutofit/>
          </a:bodyPr>
          <a:lstStyle>
            <a:lvl1pPr lvl="0" algn="l">
              <a:lnSpc>
                <a:spcPct val="100000"/>
              </a:lnSpc>
              <a:spcBef>
                <a:spcPts val="360"/>
              </a:spcBef>
              <a:spcAft>
                <a:spcPts val="0"/>
              </a:spcAft>
              <a:buSzPts val="1800"/>
              <a:buNone/>
              <a:defRPr>
                <a:solidFill>
                  <a:schemeClr val="lt1"/>
                </a:solidFill>
              </a:defRPr>
            </a:lvl1pPr>
            <a:lvl2pPr lvl="1" algn="ctr">
              <a:lnSpc>
                <a:spcPct val="100000"/>
              </a:lnSpc>
              <a:spcBef>
                <a:spcPts val="600"/>
              </a:spcBef>
              <a:spcAft>
                <a:spcPts val="0"/>
              </a:spcAft>
              <a:buSzPts val="1600"/>
              <a:buNone/>
              <a:defRPr>
                <a:solidFill>
                  <a:schemeClr val="lt1"/>
                </a:solidFill>
              </a:defRPr>
            </a:lvl2pPr>
            <a:lvl3pPr lvl="2" algn="ctr">
              <a:lnSpc>
                <a:spcPct val="100000"/>
              </a:lnSpc>
              <a:spcBef>
                <a:spcPts val="600"/>
              </a:spcBef>
              <a:spcAft>
                <a:spcPts val="0"/>
              </a:spcAft>
              <a:buSzPts val="1400"/>
              <a:buNone/>
              <a:defRPr>
                <a:solidFill>
                  <a:schemeClr val="lt1"/>
                </a:solidFill>
              </a:defRPr>
            </a:lvl3pPr>
            <a:lvl4pPr lvl="3" algn="ctr">
              <a:lnSpc>
                <a:spcPct val="100000"/>
              </a:lnSpc>
              <a:spcBef>
                <a:spcPts val="600"/>
              </a:spcBef>
              <a:spcAft>
                <a:spcPts val="0"/>
              </a:spcAft>
              <a:buSzPts val="1200"/>
              <a:buNone/>
              <a:defRPr>
                <a:solidFill>
                  <a:schemeClr val="lt1"/>
                </a:solidFill>
              </a:defRPr>
            </a:lvl4pPr>
            <a:lvl5pPr lvl="4" algn="ctr">
              <a:lnSpc>
                <a:spcPct val="100000"/>
              </a:lnSpc>
              <a:spcBef>
                <a:spcPts val="600"/>
              </a:spcBef>
              <a:spcAft>
                <a:spcPts val="0"/>
              </a:spcAft>
              <a:buSzPts val="1200"/>
              <a:buNone/>
              <a:defRPr>
                <a:solidFill>
                  <a:schemeClr val="lt1"/>
                </a:solidFill>
              </a:defRPr>
            </a:lvl5pPr>
            <a:lvl6pPr lvl="5" algn="ctr">
              <a:lnSpc>
                <a:spcPct val="100000"/>
              </a:lnSpc>
              <a:spcBef>
                <a:spcPts val="600"/>
              </a:spcBef>
              <a:spcAft>
                <a:spcPts val="0"/>
              </a:spcAft>
              <a:buSzPts val="1200"/>
              <a:buNone/>
              <a:defRPr>
                <a:solidFill>
                  <a:schemeClr val="lt1"/>
                </a:solidFill>
              </a:defRPr>
            </a:lvl6pPr>
            <a:lvl7pPr lvl="6" algn="ctr">
              <a:lnSpc>
                <a:spcPct val="100000"/>
              </a:lnSpc>
              <a:spcBef>
                <a:spcPts val="600"/>
              </a:spcBef>
              <a:spcAft>
                <a:spcPts val="0"/>
              </a:spcAft>
              <a:buSzPts val="1200"/>
              <a:buNone/>
              <a:defRPr>
                <a:solidFill>
                  <a:schemeClr val="lt1"/>
                </a:solidFill>
              </a:defRPr>
            </a:lvl7pPr>
            <a:lvl8pPr lvl="7" algn="ctr">
              <a:lnSpc>
                <a:spcPct val="100000"/>
              </a:lnSpc>
              <a:spcBef>
                <a:spcPts val="600"/>
              </a:spcBef>
              <a:spcAft>
                <a:spcPts val="0"/>
              </a:spcAft>
              <a:buSzPts val="1200"/>
              <a:buNone/>
              <a:defRPr>
                <a:solidFill>
                  <a:schemeClr val="lt1"/>
                </a:solidFill>
              </a:defRPr>
            </a:lvl8pPr>
            <a:lvl9pPr lvl="8" algn="ctr">
              <a:lnSpc>
                <a:spcPct val="100000"/>
              </a:lnSpc>
              <a:spcBef>
                <a:spcPts val="600"/>
              </a:spcBef>
              <a:spcAft>
                <a:spcPts val="600"/>
              </a:spcAft>
              <a:buSzPts val="1200"/>
              <a:buNone/>
              <a:defRPr>
                <a:solidFill>
                  <a:schemeClr val="lt1"/>
                </a:solidFill>
              </a:defRPr>
            </a:lvl9pPr>
          </a:lstStyle>
          <a:p>
            <a:endParaRPr/>
          </a:p>
        </p:txBody>
      </p:sp>
      <p:sp>
        <p:nvSpPr>
          <p:cNvPr id="19" name="Google Shape;19;p17"/>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17"/>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7"/>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re et contenu" type="obj">
  <p:cSld name="OBJECT">
    <p:spTree>
      <p:nvGrpSpPr>
        <p:cNvPr id="1" name="Shape 22"/>
        <p:cNvGrpSpPr/>
        <p:nvPr/>
      </p:nvGrpSpPr>
      <p:grpSpPr>
        <a:xfrm>
          <a:off x="0" y="0"/>
          <a:ext cx="0" cy="0"/>
          <a:chOff x="0" y="0"/>
          <a:chExt cx="0" cy="0"/>
        </a:xfrm>
      </p:grpSpPr>
      <p:sp>
        <p:nvSpPr>
          <p:cNvPr id="23" name="Google Shape;23;p18"/>
          <p:cNvSpPr/>
          <p:nvPr/>
        </p:nvSpPr>
        <p:spPr>
          <a:xfrm>
            <a:off x="0" y="0"/>
            <a:ext cx="12192000" cy="2185988"/>
          </a:xfrm>
          <a:custGeom>
            <a:avLst/>
            <a:gdLst/>
            <a:ahLst/>
            <a:cxnLst/>
            <a:rect l="l" t="t" r="r" b="b"/>
            <a:pathLst>
              <a:path w="5760" h="1377" extrusionOk="0">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blipFill rotWithShape="1">
            <a:blip r:embed="rId2">
              <a:alphaModFix/>
            </a:blip>
            <a:tile tx="0" ty="0" sx="100000" sy="100000" flip="none" algn="tl"/>
          </a:blipFill>
          <a:ln w="9525" cap="rnd" cmpd="sng">
            <a:solidFill>
              <a:schemeClr val="accent1"/>
            </a:solidFill>
            <a:prstDash val="solid"/>
            <a:round/>
            <a:headEnd type="none" w="sm" len="sm"/>
            <a:tailEnd type="none" w="sm" len="sm"/>
          </a:ln>
        </p:spPr>
      </p:sp>
      <p:sp>
        <p:nvSpPr>
          <p:cNvPr id="24" name="Google Shape;24;p18"/>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l">
              <a:lnSpc>
                <a:spcPct val="100000"/>
              </a:lnSpc>
              <a:spcBef>
                <a:spcPts val="0"/>
              </a:spcBef>
              <a:spcAft>
                <a:spcPts val="0"/>
              </a:spcAft>
              <a:buClr>
                <a:srgbClr val="FEFEFE"/>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18"/>
          <p:cNvSpPr txBox="1">
            <a:spLocks noGrp="1"/>
          </p:cNvSpPr>
          <p:nvPr>
            <p:ph type="body" idx="1"/>
          </p:nvPr>
        </p:nvSpPr>
        <p:spPr>
          <a:xfrm>
            <a:off x="818712" y="2222287"/>
            <a:ext cx="10554574" cy="3636511"/>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lvl1pPr marL="457200" lvl="0" indent="-342900" algn="l">
              <a:lnSpc>
                <a:spcPct val="100000"/>
              </a:lnSpc>
              <a:spcBef>
                <a:spcPts val="36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600"/>
              </a:spcBef>
              <a:spcAft>
                <a:spcPts val="0"/>
              </a:spcAft>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SzPts val="1800"/>
              <a:buChar char="?"/>
              <a:defRPr/>
            </a:lvl8pPr>
            <a:lvl9pPr marL="4114800" lvl="8" indent="-342900" algn="l">
              <a:lnSpc>
                <a:spcPct val="100000"/>
              </a:lnSpc>
              <a:spcBef>
                <a:spcPts val="600"/>
              </a:spcBef>
              <a:spcAft>
                <a:spcPts val="600"/>
              </a:spcAft>
              <a:buSzPts val="1800"/>
              <a:buChar char="?"/>
              <a:defRPr/>
            </a:lvl9pPr>
          </a:lstStyle>
          <a:p>
            <a:endParaRPr/>
          </a:p>
        </p:txBody>
      </p:sp>
      <p:sp>
        <p:nvSpPr>
          <p:cNvPr id="26" name="Google Shape;26;p18"/>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8"/>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8"/>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tête de section" type="secHead">
  <p:cSld name="SECTION_HEADER">
    <p:spTree>
      <p:nvGrpSpPr>
        <p:cNvPr id="1" name="Shape 29"/>
        <p:cNvGrpSpPr/>
        <p:nvPr/>
      </p:nvGrpSpPr>
      <p:grpSpPr>
        <a:xfrm>
          <a:off x="0" y="0"/>
          <a:ext cx="0" cy="0"/>
          <a:chOff x="0" y="0"/>
          <a:chExt cx="0" cy="0"/>
        </a:xfrm>
      </p:grpSpPr>
      <p:sp>
        <p:nvSpPr>
          <p:cNvPr id="30" name="Google Shape;30;p19"/>
          <p:cNvSpPr/>
          <p:nvPr/>
        </p:nvSpPr>
        <p:spPr>
          <a:xfrm>
            <a:off x="0" y="1"/>
            <a:ext cx="12192000" cy="5203825"/>
          </a:xfrm>
          <a:custGeom>
            <a:avLst/>
            <a:gdLst/>
            <a:ahLst/>
            <a:cxnLst/>
            <a:rect l="l" t="t" r="r" b="b"/>
            <a:pathLst>
              <a:path w="5760" h="3278" extrusionOk="0">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blipFill rotWithShape="1">
            <a:blip r:embed="rId2">
              <a:alphaModFix/>
            </a:blip>
            <a:tile tx="0" ty="0" sx="100000" sy="100000" flip="none" algn="tl"/>
          </a:blipFill>
          <a:ln w="9525" cap="rnd" cmpd="sng">
            <a:solidFill>
              <a:schemeClr val="accent1"/>
            </a:solidFill>
            <a:prstDash val="solid"/>
            <a:round/>
            <a:headEnd type="none" w="sm" len="sm"/>
            <a:tailEnd type="none" w="sm" len="sm"/>
          </a:ln>
        </p:spPr>
      </p:sp>
      <p:sp>
        <p:nvSpPr>
          <p:cNvPr id="31" name="Google Shape;31;p19"/>
          <p:cNvSpPr txBox="1">
            <a:spLocks noGrp="1"/>
          </p:cNvSpPr>
          <p:nvPr>
            <p:ph type="title"/>
          </p:nvPr>
        </p:nvSpPr>
        <p:spPr>
          <a:xfrm>
            <a:off x="810000" y="2951396"/>
            <a:ext cx="10561418" cy="146880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r">
              <a:lnSpc>
                <a:spcPct val="100000"/>
              </a:lnSpc>
              <a:spcBef>
                <a:spcPts val="0"/>
              </a:spcBef>
              <a:spcAft>
                <a:spcPts val="0"/>
              </a:spcAft>
              <a:buClr>
                <a:srgbClr val="FEFEFE"/>
              </a:buClr>
              <a:buSzPts val="4800"/>
              <a:buFont typeface="Century Gothic"/>
              <a:buNone/>
              <a:defRPr sz="48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19"/>
          <p:cNvSpPr txBox="1">
            <a:spLocks noGrp="1"/>
          </p:cNvSpPr>
          <p:nvPr>
            <p:ph type="body" idx="1"/>
          </p:nvPr>
        </p:nvSpPr>
        <p:spPr>
          <a:xfrm>
            <a:off x="810000" y="5281201"/>
            <a:ext cx="10561418" cy="433955"/>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Autofit/>
          </a:bodyPr>
          <a:lstStyle>
            <a:lvl1pPr marL="457200" lvl="0" indent="-228600" algn="r">
              <a:lnSpc>
                <a:spcPct val="100000"/>
              </a:lnSpc>
              <a:spcBef>
                <a:spcPts val="360"/>
              </a:spcBef>
              <a:spcAft>
                <a:spcPts val="0"/>
              </a:spcAft>
              <a:buSzPts val="1800"/>
              <a:buNone/>
              <a:defRPr sz="1800">
                <a:solidFill>
                  <a:schemeClr val="lt1"/>
                </a:solidFill>
              </a:defRPr>
            </a:lvl1pPr>
            <a:lvl2pPr marL="914400" lvl="1" indent="-228600" algn="l">
              <a:lnSpc>
                <a:spcPct val="100000"/>
              </a:lnSpc>
              <a:spcBef>
                <a:spcPts val="600"/>
              </a:spcBef>
              <a:spcAft>
                <a:spcPts val="0"/>
              </a:spcAft>
              <a:buSzPts val="1800"/>
              <a:buNone/>
              <a:defRPr sz="1800">
                <a:solidFill>
                  <a:schemeClr val="lt1"/>
                </a:solidFill>
              </a:defRPr>
            </a:lvl2pPr>
            <a:lvl3pPr marL="1371600" lvl="2" indent="-228600" algn="l">
              <a:lnSpc>
                <a:spcPct val="100000"/>
              </a:lnSpc>
              <a:spcBef>
                <a:spcPts val="600"/>
              </a:spcBef>
              <a:spcAft>
                <a:spcPts val="0"/>
              </a:spcAft>
              <a:buSzPts val="1600"/>
              <a:buNone/>
              <a:defRPr sz="1600">
                <a:solidFill>
                  <a:schemeClr val="lt1"/>
                </a:solidFill>
              </a:defRPr>
            </a:lvl3pPr>
            <a:lvl4pPr marL="1828800" lvl="3" indent="-228600" algn="l">
              <a:lnSpc>
                <a:spcPct val="100000"/>
              </a:lnSpc>
              <a:spcBef>
                <a:spcPts val="600"/>
              </a:spcBef>
              <a:spcAft>
                <a:spcPts val="0"/>
              </a:spcAft>
              <a:buSzPts val="1400"/>
              <a:buNone/>
              <a:defRPr sz="1400">
                <a:solidFill>
                  <a:schemeClr val="lt1"/>
                </a:solidFill>
              </a:defRPr>
            </a:lvl4pPr>
            <a:lvl5pPr marL="2286000" lvl="4" indent="-228600" algn="l">
              <a:lnSpc>
                <a:spcPct val="100000"/>
              </a:lnSpc>
              <a:spcBef>
                <a:spcPts val="600"/>
              </a:spcBef>
              <a:spcAft>
                <a:spcPts val="0"/>
              </a:spcAft>
              <a:buSzPts val="1400"/>
              <a:buNone/>
              <a:defRPr sz="1400">
                <a:solidFill>
                  <a:schemeClr val="lt1"/>
                </a:solidFill>
              </a:defRPr>
            </a:lvl5pPr>
            <a:lvl6pPr marL="2743200" lvl="5" indent="-228600" algn="l">
              <a:lnSpc>
                <a:spcPct val="100000"/>
              </a:lnSpc>
              <a:spcBef>
                <a:spcPts val="600"/>
              </a:spcBef>
              <a:spcAft>
                <a:spcPts val="0"/>
              </a:spcAft>
              <a:buSzPts val="1400"/>
              <a:buNone/>
              <a:defRPr sz="1400">
                <a:solidFill>
                  <a:schemeClr val="lt1"/>
                </a:solidFill>
              </a:defRPr>
            </a:lvl6pPr>
            <a:lvl7pPr marL="3200400" lvl="6" indent="-228600" algn="l">
              <a:lnSpc>
                <a:spcPct val="100000"/>
              </a:lnSpc>
              <a:spcBef>
                <a:spcPts val="600"/>
              </a:spcBef>
              <a:spcAft>
                <a:spcPts val="0"/>
              </a:spcAft>
              <a:buSzPts val="1400"/>
              <a:buNone/>
              <a:defRPr sz="1400">
                <a:solidFill>
                  <a:schemeClr val="lt1"/>
                </a:solidFill>
              </a:defRPr>
            </a:lvl7pPr>
            <a:lvl8pPr marL="3657600" lvl="7" indent="-228600" algn="l">
              <a:lnSpc>
                <a:spcPct val="100000"/>
              </a:lnSpc>
              <a:spcBef>
                <a:spcPts val="600"/>
              </a:spcBef>
              <a:spcAft>
                <a:spcPts val="0"/>
              </a:spcAft>
              <a:buSzPts val="1400"/>
              <a:buNone/>
              <a:defRPr sz="1400">
                <a:solidFill>
                  <a:schemeClr val="lt1"/>
                </a:solidFill>
              </a:defRPr>
            </a:lvl8pPr>
            <a:lvl9pPr marL="4114800" lvl="8" indent="-228600" algn="l">
              <a:lnSpc>
                <a:spcPct val="100000"/>
              </a:lnSpc>
              <a:spcBef>
                <a:spcPts val="600"/>
              </a:spcBef>
              <a:spcAft>
                <a:spcPts val="600"/>
              </a:spcAft>
              <a:buSzPts val="1400"/>
              <a:buNone/>
              <a:defRPr sz="1400">
                <a:solidFill>
                  <a:schemeClr val="lt1"/>
                </a:solidFill>
              </a:defRPr>
            </a:lvl9pPr>
          </a:lstStyle>
          <a:p>
            <a:endParaRPr/>
          </a:p>
        </p:txBody>
      </p:sp>
      <p:sp>
        <p:nvSpPr>
          <p:cNvPr id="33" name="Google Shape;33;p19"/>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9"/>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9"/>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eux contenus" type="twoObj">
  <p:cSld name="TWO_OBJECTS">
    <p:spTree>
      <p:nvGrpSpPr>
        <p:cNvPr id="1" name="Shape 36"/>
        <p:cNvGrpSpPr/>
        <p:nvPr/>
      </p:nvGrpSpPr>
      <p:grpSpPr>
        <a:xfrm>
          <a:off x="0" y="0"/>
          <a:ext cx="0" cy="0"/>
          <a:chOff x="0" y="0"/>
          <a:chExt cx="0" cy="0"/>
        </a:xfrm>
      </p:grpSpPr>
      <p:sp>
        <p:nvSpPr>
          <p:cNvPr id="37" name="Google Shape;37;p20"/>
          <p:cNvSpPr/>
          <p:nvPr/>
        </p:nvSpPr>
        <p:spPr>
          <a:xfrm>
            <a:off x="0" y="0"/>
            <a:ext cx="12192000" cy="2185988"/>
          </a:xfrm>
          <a:custGeom>
            <a:avLst/>
            <a:gdLst/>
            <a:ahLst/>
            <a:cxnLst/>
            <a:rect l="l" t="t" r="r" b="b"/>
            <a:pathLst>
              <a:path w="5760" h="1377" extrusionOk="0">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blipFill rotWithShape="1">
            <a:blip r:embed="rId2">
              <a:alphaModFix/>
            </a:blip>
            <a:tile tx="0" ty="0" sx="100000" sy="100000" flip="none" algn="tl"/>
          </a:blipFill>
          <a:ln w="9525" cap="rnd" cmpd="sng">
            <a:solidFill>
              <a:schemeClr val="accent1"/>
            </a:solidFill>
            <a:prstDash val="solid"/>
            <a:round/>
            <a:headEnd type="none" w="sm" len="sm"/>
            <a:tailEnd type="none" w="sm" len="sm"/>
          </a:ln>
        </p:spPr>
      </p:sp>
      <p:sp>
        <p:nvSpPr>
          <p:cNvPr id="38" name="Google Shape;38;p20"/>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l">
              <a:lnSpc>
                <a:spcPct val="100000"/>
              </a:lnSpc>
              <a:spcBef>
                <a:spcPts val="0"/>
              </a:spcBef>
              <a:spcAft>
                <a:spcPts val="0"/>
              </a:spcAft>
              <a:buClr>
                <a:srgbClr val="FEFEFE"/>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20"/>
          <p:cNvSpPr txBox="1">
            <a:spLocks noGrp="1"/>
          </p:cNvSpPr>
          <p:nvPr>
            <p:ph type="body" idx="1"/>
          </p:nvPr>
        </p:nvSpPr>
        <p:spPr>
          <a:xfrm>
            <a:off x="818712" y="2222287"/>
            <a:ext cx="5185873" cy="3638763"/>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lvl1pPr marL="457200" lvl="0" indent="-342900" algn="l">
              <a:lnSpc>
                <a:spcPct val="100000"/>
              </a:lnSpc>
              <a:spcBef>
                <a:spcPts val="36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600"/>
              </a:spcBef>
              <a:spcAft>
                <a:spcPts val="0"/>
              </a:spcAft>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SzPts val="1800"/>
              <a:buChar char="?"/>
              <a:defRPr/>
            </a:lvl8pPr>
            <a:lvl9pPr marL="4114800" lvl="8" indent="-342900" algn="l">
              <a:lnSpc>
                <a:spcPct val="100000"/>
              </a:lnSpc>
              <a:spcBef>
                <a:spcPts val="600"/>
              </a:spcBef>
              <a:spcAft>
                <a:spcPts val="600"/>
              </a:spcAft>
              <a:buSzPts val="1800"/>
              <a:buChar char="?"/>
              <a:defRPr/>
            </a:lvl9pPr>
          </a:lstStyle>
          <a:p>
            <a:endParaRPr/>
          </a:p>
        </p:txBody>
      </p:sp>
      <p:sp>
        <p:nvSpPr>
          <p:cNvPr id="40" name="Google Shape;40;p20"/>
          <p:cNvSpPr txBox="1">
            <a:spLocks noGrp="1"/>
          </p:cNvSpPr>
          <p:nvPr>
            <p:ph type="body" idx="2"/>
          </p:nvPr>
        </p:nvSpPr>
        <p:spPr>
          <a:xfrm>
            <a:off x="6187415" y="2222287"/>
            <a:ext cx="5194583" cy="3638764"/>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lvl1pPr marL="457200" lvl="0" indent="-342900" algn="l">
              <a:lnSpc>
                <a:spcPct val="100000"/>
              </a:lnSpc>
              <a:spcBef>
                <a:spcPts val="36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600"/>
              </a:spcBef>
              <a:spcAft>
                <a:spcPts val="0"/>
              </a:spcAft>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SzPts val="1800"/>
              <a:buChar char="?"/>
              <a:defRPr/>
            </a:lvl8pPr>
            <a:lvl9pPr marL="4114800" lvl="8" indent="-342900" algn="l">
              <a:lnSpc>
                <a:spcPct val="100000"/>
              </a:lnSpc>
              <a:spcBef>
                <a:spcPts val="600"/>
              </a:spcBef>
              <a:spcAft>
                <a:spcPts val="600"/>
              </a:spcAft>
              <a:buSzPts val="1800"/>
              <a:buChar char="?"/>
              <a:defRPr/>
            </a:lvl9pPr>
          </a:lstStyle>
          <a:p>
            <a:endParaRPr/>
          </a:p>
        </p:txBody>
      </p:sp>
      <p:sp>
        <p:nvSpPr>
          <p:cNvPr id="41" name="Google Shape;41;p20"/>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0"/>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20"/>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ison" type="twoTxTwoObj">
  <p:cSld name="TWO_OBJECTS_WITH_TEXT">
    <p:spTree>
      <p:nvGrpSpPr>
        <p:cNvPr id="1" name="Shape 44"/>
        <p:cNvGrpSpPr/>
        <p:nvPr/>
      </p:nvGrpSpPr>
      <p:grpSpPr>
        <a:xfrm>
          <a:off x="0" y="0"/>
          <a:ext cx="0" cy="0"/>
          <a:chOff x="0" y="0"/>
          <a:chExt cx="0" cy="0"/>
        </a:xfrm>
      </p:grpSpPr>
      <p:sp>
        <p:nvSpPr>
          <p:cNvPr id="45" name="Google Shape;45;p21"/>
          <p:cNvSpPr/>
          <p:nvPr/>
        </p:nvSpPr>
        <p:spPr>
          <a:xfrm>
            <a:off x="0" y="0"/>
            <a:ext cx="12192000" cy="2185988"/>
          </a:xfrm>
          <a:custGeom>
            <a:avLst/>
            <a:gdLst/>
            <a:ahLst/>
            <a:cxnLst/>
            <a:rect l="l" t="t" r="r" b="b"/>
            <a:pathLst>
              <a:path w="5760" h="1377" extrusionOk="0">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blipFill rotWithShape="1">
            <a:blip r:embed="rId2">
              <a:alphaModFix/>
            </a:blip>
            <a:tile tx="0" ty="0" sx="100000" sy="100000" flip="none" algn="tl"/>
          </a:blipFill>
          <a:ln w="9525" cap="rnd" cmpd="sng">
            <a:solidFill>
              <a:schemeClr val="accent1"/>
            </a:solidFill>
            <a:prstDash val="solid"/>
            <a:round/>
            <a:headEnd type="none" w="sm" len="sm"/>
            <a:tailEnd type="none" w="sm" len="sm"/>
          </a:ln>
        </p:spPr>
      </p:sp>
      <p:sp>
        <p:nvSpPr>
          <p:cNvPr id="46" name="Google Shape;46;p21"/>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l">
              <a:lnSpc>
                <a:spcPct val="100000"/>
              </a:lnSpc>
              <a:spcBef>
                <a:spcPts val="0"/>
              </a:spcBef>
              <a:spcAft>
                <a:spcPts val="0"/>
              </a:spcAft>
              <a:buClr>
                <a:srgbClr val="FEFEFE"/>
              </a:buClr>
              <a:buSzPts val="4000"/>
              <a:buFont typeface="Century Gothic"/>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1"/>
          <p:cNvSpPr txBox="1">
            <a:spLocks noGrp="1"/>
          </p:cNvSpPr>
          <p:nvPr>
            <p:ph type="body" idx="1"/>
          </p:nvPr>
        </p:nvSpPr>
        <p:spPr>
          <a:xfrm>
            <a:off x="814728" y="2174875"/>
            <a:ext cx="5189857" cy="576262"/>
          </a:xfrm>
          <a:prstGeom prst="rect">
            <a:avLst/>
          </a:prstGeom>
          <a:noFill/>
          <a:ln>
            <a:noFill/>
          </a:ln>
          <a:effectLst>
            <a:outerShdw blurRad="50800">
              <a:srgbClr val="000000">
                <a:alpha val="40000"/>
              </a:srgbClr>
            </a:outerShdw>
          </a:effectLst>
        </p:spPr>
        <p:txBody>
          <a:bodyPr spcFirstLastPara="1" wrap="square" lIns="91425" tIns="45700" rIns="91425" bIns="45700" anchor="b" anchorCtr="0">
            <a:noAutofit/>
          </a:bodyPr>
          <a:lstStyle>
            <a:lvl1pPr marL="457200" lvl="0" indent="-228600" algn="ctr">
              <a:lnSpc>
                <a:spcPct val="100000"/>
              </a:lnSpc>
              <a:spcBef>
                <a:spcPts val="400"/>
              </a:spcBef>
              <a:spcAft>
                <a:spcPts val="0"/>
              </a:spcAft>
              <a:buSzPts val="2000"/>
              <a:buNone/>
              <a:defRPr sz="2000" b="0"/>
            </a:lvl1pPr>
            <a:lvl2pPr marL="914400" lvl="1" indent="-228600" algn="l">
              <a:lnSpc>
                <a:spcPct val="100000"/>
              </a:lnSpc>
              <a:spcBef>
                <a:spcPts val="600"/>
              </a:spcBef>
              <a:spcAft>
                <a:spcPts val="0"/>
              </a:spcAft>
              <a:buSzPts val="2000"/>
              <a:buNone/>
              <a:defRPr sz="2000" b="1"/>
            </a:lvl2pPr>
            <a:lvl3pPr marL="1371600" lvl="2" indent="-228600" algn="l">
              <a:lnSpc>
                <a:spcPct val="100000"/>
              </a:lnSpc>
              <a:spcBef>
                <a:spcPts val="600"/>
              </a:spcBef>
              <a:spcAft>
                <a:spcPts val="0"/>
              </a:spcAft>
              <a:buSzPts val="1800"/>
              <a:buNone/>
              <a:defRPr sz="1800" b="1"/>
            </a:lvl3pPr>
            <a:lvl4pPr marL="1828800" lvl="3" indent="-228600" algn="l">
              <a:lnSpc>
                <a:spcPct val="100000"/>
              </a:lnSpc>
              <a:spcBef>
                <a:spcPts val="600"/>
              </a:spcBef>
              <a:spcAft>
                <a:spcPts val="0"/>
              </a:spcAft>
              <a:buSzPts val="1600"/>
              <a:buNone/>
              <a:defRPr sz="1600" b="1"/>
            </a:lvl4pPr>
            <a:lvl5pPr marL="2286000" lvl="4" indent="-228600" algn="l">
              <a:lnSpc>
                <a:spcPct val="100000"/>
              </a:lnSpc>
              <a:spcBef>
                <a:spcPts val="600"/>
              </a:spcBef>
              <a:spcAft>
                <a:spcPts val="0"/>
              </a:spcAft>
              <a:buSzPts val="1600"/>
              <a:buNone/>
              <a:defRPr sz="1600" b="1"/>
            </a:lvl5pPr>
            <a:lvl6pPr marL="2743200" lvl="5" indent="-228600" algn="l">
              <a:lnSpc>
                <a:spcPct val="100000"/>
              </a:lnSpc>
              <a:spcBef>
                <a:spcPts val="600"/>
              </a:spcBef>
              <a:spcAft>
                <a:spcPts val="0"/>
              </a:spcAft>
              <a:buSzPts val="1600"/>
              <a:buNone/>
              <a:defRPr sz="1600" b="1"/>
            </a:lvl6pPr>
            <a:lvl7pPr marL="3200400" lvl="6" indent="-228600" algn="l">
              <a:lnSpc>
                <a:spcPct val="100000"/>
              </a:lnSpc>
              <a:spcBef>
                <a:spcPts val="600"/>
              </a:spcBef>
              <a:spcAft>
                <a:spcPts val="0"/>
              </a:spcAft>
              <a:buSzPts val="1600"/>
              <a:buNone/>
              <a:defRPr sz="1600" b="1"/>
            </a:lvl7pPr>
            <a:lvl8pPr marL="3657600" lvl="7" indent="-228600" algn="l">
              <a:lnSpc>
                <a:spcPct val="100000"/>
              </a:lnSpc>
              <a:spcBef>
                <a:spcPts val="600"/>
              </a:spcBef>
              <a:spcAft>
                <a:spcPts val="0"/>
              </a:spcAft>
              <a:buSzPts val="1600"/>
              <a:buNone/>
              <a:defRPr sz="1600" b="1"/>
            </a:lvl8pPr>
            <a:lvl9pPr marL="4114800" lvl="8" indent="-228600" algn="l">
              <a:lnSpc>
                <a:spcPct val="100000"/>
              </a:lnSpc>
              <a:spcBef>
                <a:spcPts val="600"/>
              </a:spcBef>
              <a:spcAft>
                <a:spcPts val="600"/>
              </a:spcAft>
              <a:buSzPts val="1600"/>
              <a:buNone/>
              <a:defRPr sz="1600" b="1"/>
            </a:lvl9pPr>
          </a:lstStyle>
          <a:p>
            <a:endParaRPr/>
          </a:p>
        </p:txBody>
      </p:sp>
      <p:sp>
        <p:nvSpPr>
          <p:cNvPr id="48" name="Google Shape;48;p21"/>
          <p:cNvSpPr txBox="1">
            <a:spLocks noGrp="1"/>
          </p:cNvSpPr>
          <p:nvPr>
            <p:ph type="body" idx="2"/>
          </p:nvPr>
        </p:nvSpPr>
        <p:spPr>
          <a:xfrm>
            <a:off x="814729" y="2751138"/>
            <a:ext cx="5189856" cy="3109913"/>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600"/>
              </a:spcBef>
              <a:spcAft>
                <a:spcPts val="0"/>
              </a:spcAft>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SzPts val="1800"/>
              <a:buChar char="?"/>
              <a:defRPr/>
            </a:lvl8pPr>
            <a:lvl9pPr marL="4114800" lvl="8" indent="-342900" algn="l">
              <a:lnSpc>
                <a:spcPct val="100000"/>
              </a:lnSpc>
              <a:spcBef>
                <a:spcPts val="600"/>
              </a:spcBef>
              <a:spcAft>
                <a:spcPts val="600"/>
              </a:spcAft>
              <a:buSzPts val="1800"/>
              <a:buChar char="?"/>
              <a:defRPr/>
            </a:lvl9pPr>
          </a:lstStyle>
          <a:p>
            <a:endParaRPr/>
          </a:p>
        </p:txBody>
      </p:sp>
      <p:sp>
        <p:nvSpPr>
          <p:cNvPr id="49" name="Google Shape;49;p21"/>
          <p:cNvSpPr txBox="1">
            <a:spLocks noGrp="1"/>
          </p:cNvSpPr>
          <p:nvPr>
            <p:ph type="body" idx="3"/>
          </p:nvPr>
        </p:nvSpPr>
        <p:spPr>
          <a:xfrm>
            <a:off x="6187415" y="2174875"/>
            <a:ext cx="5194583" cy="576262"/>
          </a:xfrm>
          <a:prstGeom prst="rect">
            <a:avLst/>
          </a:prstGeom>
          <a:noFill/>
          <a:ln>
            <a:noFill/>
          </a:ln>
          <a:effectLst>
            <a:outerShdw blurRad="50800">
              <a:srgbClr val="000000">
                <a:alpha val="40000"/>
              </a:srgbClr>
            </a:outerShdw>
          </a:effectLst>
        </p:spPr>
        <p:txBody>
          <a:bodyPr spcFirstLastPara="1" wrap="square" lIns="91425" tIns="45700" rIns="91425" bIns="45700" anchor="b" anchorCtr="0">
            <a:noAutofit/>
          </a:bodyPr>
          <a:lstStyle>
            <a:lvl1pPr marL="457200" lvl="0" indent="-228600" algn="ctr">
              <a:lnSpc>
                <a:spcPct val="100000"/>
              </a:lnSpc>
              <a:spcBef>
                <a:spcPts val="400"/>
              </a:spcBef>
              <a:spcAft>
                <a:spcPts val="0"/>
              </a:spcAft>
              <a:buSzPts val="2000"/>
              <a:buNone/>
              <a:defRPr sz="2000" b="0"/>
            </a:lvl1pPr>
            <a:lvl2pPr marL="914400" lvl="1" indent="-228600" algn="l">
              <a:lnSpc>
                <a:spcPct val="100000"/>
              </a:lnSpc>
              <a:spcBef>
                <a:spcPts val="600"/>
              </a:spcBef>
              <a:spcAft>
                <a:spcPts val="0"/>
              </a:spcAft>
              <a:buSzPts val="2000"/>
              <a:buNone/>
              <a:defRPr sz="2000" b="1"/>
            </a:lvl2pPr>
            <a:lvl3pPr marL="1371600" lvl="2" indent="-228600" algn="l">
              <a:lnSpc>
                <a:spcPct val="100000"/>
              </a:lnSpc>
              <a:spcBef>
                <a:spcPts val="600"/>
              </a:spcBef>
              <a:spcAft>
                <a:spcPts val="0"/>
              </a:spcAft>
              <a:buSzPts val="1800"/>
              <a:buNone/>
              <a:defRPr sz="1800" b="1"/>
            </a:lvl3pPr>
            <a:lvl4pPr marL="1828800" lvl="3" indent="-228600" algn="l">
              <a:lnSpc>
                <a:spcPct val="100000"/>
              </a:lnSpc>
              <a:spcBef>
                <a:spcPts val="600"/>
              </a:spcBef>
              <a:spcAft>
                <a:spcPts val="0"/>
              </a:spcAft>
              <a:buSzPts val="1600"/>
              <a:buNone/>
              <a:defRPr sz="1600" b="1"/>
            </a:lvl4pPr>
            <a:lvl5pPr marL="2286000" lvl="4" indent="-228600" algn="l">
              <a:lnSpc>
                <a:spcPct val="100000"/>
              </a:lnSpc>
              <a:spcBef>
                <a:spcPts val="600"/>
              </a:spcBef>
              <a:spcAft>
                <a:spcPts val="0"/>
              </a:spcAft>
              <a:buSzPts val="1600"/>
              <a:buNone/>
              <a:defRPr sz="1600" b="1"/>
            </a:lvl5pPr>
            <a:lvl6pPr marL="2743200" lvl="5" indent="-228600" algn="l">
              <a:lnSpc>
                <a:spcPct val="100000"/>
              </a:lnSpc>
              <a:spcBef>
                <a:spcPts val="600"/>
              </a:spcBef>
              <a:spcAft>
                <a:spcPts val="0"/>
              </a:spcAft>
              <a:buSzPts val="1600"/>
              <a:buNone/>
              <a:defRPr sz="1600" b="1"/>
            </a:lvl6pPr>
            <a:lvl7pPr marL="3200400" lvl="6" indent="-228600" algn="l">
              <a:lnSpc>
                <a:spcPct val="100000"/>
              </a:lnSpc>
              <a:spcBef>
                <a:spcPts val="600"/>
              </a:spcBef>
              <a:spcAft>
                <a:spcPts val="0"/>
              </a:spcAft>
              <a:buSzPts val="1600"/>
              <a:buNone/>
              <a:defRPr sz="1600" b="1"/>
            </a:lvl7pPr>
            <a:lvl8pPr marL="3657600" lvl="7" indent="-228600" algn="l">
              <a:lnSpc>
                <a:spcPct val="100000"/>
              </a:lnSpc>
              <a:spcBef>
                <a:spcPts val="600"/>
              </a:spcBef>
              <a:spcAft>
                <a:spcPts val="0"/>
              </a:spcAft>
              <a:buSzPts val="1600"/>
              <a:buNone/>
              <a:defRPr sz="1600" b="1"/>
            </a:lvl8pPr>
            <a:lvl9pPr marL="4114800" lvl="8" indent="-228600" algn="l">
              <a:lnSpc>
                <a:spcPct val="100000"/>
              </a:lnSpc>
              <a:spcBef>
                <a:spcPts val="600"/>
              </a:spcBef>
              <a:spcAft>
                <a:spcPts val="600"/>
              </a:spcAft>
              <a:buSzPts val="1600"/>
              <a:buNone/>
              <a:defRPr sz="1600" b="1"/>
            </a:lvl9pPr>
          </a:lstStyle>
          <a:p>
            <a:endParaRPr/>
          </a:p>
        </p:txBody>
      </p:sp>
      <p:sp>
        <p:nvSpPr>
          <p:cNvPr id="50" name="Google Shape;50;p21"/>
          <p:cNvSpPr txBox="1">
            <a:spLocks noGrp="1"/>
          </p:cNvSpPr>
          <p:nvPr>
            <p:ph type="body" idx="4"/>
          </p:nvPr>
        </p:nvSpPr>
        <p:spPr>
          <a:xfrm>
            <a:off x="6187415" y="2751138"/>
            <a:ext cx="5194583" cy="3109913"/>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600"/>
              </a:spcBef>
              <a:spcAft>
                <a:spcPts val="0"/>
              </a:spcAft>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SzPts val="1800"/>
              <a:buChar char="?"/>
              <a:defRPr/>
            </a:lvl8pPr>
            <a:lvl9pPr marL="4114800" lvl="8" indent="-342900" algn="l">
              <a:lnSpc>
                <a:spcPct val="100000"/>
              </a:lnSpc>
              <a:spcBef>
                <a:spcPts val="600"/>
              </a:spcBef>
              <a:spcAft>
                <a:spcPts val="600"/>
              </a:spcAft>
              <a:buSzPts val="1800"/>
              <a:buChar char="?"/>
              <a:defRPr/>
            </a:lvl9pPr>
          </a:lstStyle>
          <a:p>
            <a:endParaRPr/>
          </a:p>
        </p:txBody>
      </p:sp>
      <p:sp>
        <p:nvSpPr>
          <p:cNvPr id="51" name="Google Shape;51;p21"/>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1"/>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1"/>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re uniquement" type="titleOnly">
  <p:cSld name="TITLE_ONLY">
    <p:spTree>
      <p:nvGrpSpPr>
        <p:cNvPr id="1" name="Shape 54"/>
        <p:cNvGrpSpPr/>
        <p:nvPr/>
      </p:nvGrpSpPr>
      <p:grpSpPr>
        <a:xfrm>
          <a:off x="0" y="0"/>
          <a:ext cx="0" cy="0"/>
          <a:chOff x="0" y="0"/>
          <a:chExt cx="0" cy="0"/>
        </a:xfrm>
      </p:grpSpPr>
      <p:sp>
        <p:nvSpPr>
          <p:cNvPr id="55" name="Google Shape;55;p22"/>
          <p:cNvSpPr/>
          <p:nvPr/>
        </p:nvSpPr>
        <p:spPr>
          <a:xfrm>
            <a:off x="0" y="0"/>
            <a:ext cx="12192000" cy="2185988"/>
          </a:xfrm>
          <a:custGeom>
            <a:avLst/>
            <a:gdLst/>
            <a:ahLst/>
            <a:cxnLst/>
            <a:rect l="l" t="t" r="r" b="b"/>
            <a:pathLst>
              <a:path w="5760" h="1377" extrusionOk="0">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blipFill rotWithShape="1">
            <a:blip r:embed="rId2">
              <a:alphaModFix/>
            </a:blip>
            <a:tile tx="0" ty="0" sx="100000" sy="100000" flip="none" algn="tl"/>
          </a:blipFill>
          <a:ln w="9525" cap="rnd" cmpd="sng">
            <a:solidFill>
              <a:schemeClr val="accent1"/>
            </a:solidFill>
            <a:prstDash val="solid"/>
            <a:round/>
            <a:headEnd type="none" w="sm" len="sm"/>
            <a:tailEnd type="none" w="sm" len="sm"/>
          </a:ln>
        </p:spPr>
      </p:sp>
      <p:sp>
        <p:nvSpPr>
          <p:cNvPr id="56" name="Google Shape;56;p22"/>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l">
              <a:lnSpc>
                <a:spcPct val="100000"/>
              </a:lnSpc>
              <a:spcBef>
                <a:spcPts val="0"/>
              </a:spcBef>
              <a:spcAft>
                <a:spcPts val="0"/>
              </a:spcAft>
              <a:buClr>
                <a:srgbClr val="FEFEFE"/>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22"/>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22"/>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2"/>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Vide" type="blank">
  <p:cSld name="BLANK">
    <p:spTree>
      <p:nvGrpSpPr>
        <p:cNvPr id="1" name="Shape 60"/>
        <p:cNvGrpSpPr/>
        <p:nvPr/>
      </p:nvGrpSpPr>
      <p:grpSpPr>
        <a:xfrm>
          <a:off x="0" y="0"/>
          <a:ext cx="0" cy="0"/>
          <a:chOff x="0" y="0"/>
          <a:chExt cx="0" cy="0"/>
        </a:xfrm>
      </p:grpSpPr>
      <p:sp>
        <p:nvSpPr>
          <p:cNvPr id="61" name="Google Shape;61;p23"/>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23"/>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3"/>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u avec légende" type="objTx">
  <p:cSld name="OBJECT_WITH_CAPTION_TEXT">
    <p:spTree>
      <p:nvGrpSpPr>
        <p:cNvPr id="1" name="Shape 64"/>
        <p:cNvGrpSpPr/>
        <p:nvPr/>
      </p:nvGrpSpPr>
      <p:grpSpPr>
        <a:xfrm>
          <a:off x="0" y="0"/>
          <a:ext cx="0" cy="0"/>
          <a:chOff x="0" y="0"/>
          <a:chExt cx="0" cy="0"/>
        </a:xfrm>
      </p:grpSpPr>
      <p:sp>
        <p:nvSpPr>
          <p:cNvPr id="65" name="Google Shape;65;p24"/>
          <p:cNvSpPr/>
          <p:nvPr/>
        </p:nvSpPr>
        <p:spPr>
          <a:xfrm>
            <a:off x="1073151" y="446087"/>
            <a:ext cx="3547533" cy="1814651"/>
          </a:xfrm>
          <a:custGeom>
            <a:avLst/>
            <a:gdLst/>
            <a:ahLst/>
            <a:cxnLst/>
            <a:rect l="l" t="t" r="r" b="b"/>
            <a:pathLst>
              <a:path w="3384" h="2308" extrusionOk="0">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blipFill rotWithShape="1">
            <a:blip r:embed="rId2">
              <a:alphaModFix/>
            </a:blip>
            <a:tile tx="0" ty="0" sx="100000" sy="100000" flip="none" algn="tl"/>
          </a:blipFill>
          <a:ln w="9525" cap="rnd" cmpd="sng">
            <a:solidFill>
              <a:schemeClr val="accent1"/>
            </a:solidFill>
            <a:prstDash val="solid"/>
            <a:round/>
            <a:headEnd type="none" w="sm" len="sm"/>
            <a:tailEnd type="none" w="sm" len="sm"/>
          </a:ln>
        </p:spPr>
      </p:sp>
      <p:sp>
        <p:nvSpPr>
          <p:cNvPr id="66" name="Google Shape;66;p24"/>
          <p:cNvSpPr txBox="1">
            <a:spLocks noGrp="1"/>
          </p:cNvSpPr>
          <p:nvPr>
            <p:ph type="title"/>
          </p:nvPr>
        </p:nvSpPr>
        <p:spPr>
          <a:xfrm>
            <a:off x="1073151" y="446088"/>
            <a:ext cx="3547533" cy="1618396"/>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l">
              <a:lnSpc>
                <a:spcPct val="100000"/>
              </a:lnSpc>
              <a:spcBef>
                <a:spcPts val="0"/>
              </a:spcBef>
              <a:spcAft>
                <a:spcPts val="0"/>
              </a:spcAft>
              <a:buClr>
                <a:srgbClr val="FEFEFE"/>
              </a:buClr>
              <a:buSzPts val="2000"/>
              <a:buFont typeface="Century Gothic"/>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24"/>
          <p:cNvSpPr txBox="1">
            <a:spLocks noGrp="1"/>
          </p:cNvSpPr>
          <p:nvPr>
            <p:ph type="body" idx="1"/>
          </p:nvPr>
        </p:nvSpPr>
        <p:spPr>
          <a:xfrm>
            <a:off x="4855633" y="446088"/>
            <a:ext cx="6252633" cy="5414963"/>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lvl1pPr marL="457200" lvl="0" indent="-342900" algn="l">
              <a:lnSpc>
                <a:spcPct val="100000"/>
              </a:lnSpc>
              <a:spcBef>
                <a:spcPts val="36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600"/>
              </a:spcBef>
              <a:spcAft>
                <a:spcPts val="0"/>
              </a:spcAft>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SzPts val="1800"/>
              <a:buChar char="?"/>
              <a:defRPr/>
            </a:lvl8pPr>
            <a:lvl9pPr marL="4114800" lvl="8" indent="-342900" algn="l">
              <a:lnSpc>
                <a:spcPct val="100000"/>
              </a:lnSpc>
              <a:spcBef>
                <a:spcPts val="600"/>
              </a:spcBef>
              <a:spcAft>
                <a:spcPts val="600"/>
              </a:spcAft>
              <a:buSzPts val="1800"/>
              <a:buChar char="?"/>
              <a:defRPr/>
            </a:lvl9pPr>
          </a:lstStyle>
          <a:p>
            <a:endParaRPr/>
          </a:p>
        </p:txBody>
      </p:sp>
      <p:sp>
        <p:nvSpPr>
          <p:cNvPr id="68" name="Google Shape;68;p24"/>
          <p:cNvSpPr txBox="1">
            <a:spLocks noGrp="1"/>
          </p:cNvSpPr>
          <p:nvPr>
            <p:ph type="body" idx="2"/>
          </p:nvPr>
        </p:nvSpPr>
        <p:spPr>
          <a:xfrm>
            <a:off x="1073151" y="2260738"/>
            <a:ext cx="3547533" cy="3600311"/>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lvl1pPr marL="457200" lvl="0" indent="-228600" algn="l">
              <a:lnSpc>
                <a:spcPct val="100000"/>
              </a:lnSpc>
              <a:spcBef>
                <a:spcPts val="280"/>
              </a:spcBef>
              <a:spcAft>
                <a:spcPts val="0"/>
              </a:spcAft>
              <a:buSzPts val="1400"/>
              <a:buNone/>
              <a:defRPr sz="1400"/>
            </a:lvl1pPr>
            <a:lvl2pPr marL="914400" lvl="1" indent="-228600" algn="l">
              <a:lnSpc>
                <a:spcPct val="100000"/>
              </a:lnSpc>
              <a:spcBef>
                <a:spcPts val="600"/>
              </a:spcBef>
              <a:spcAft>
                <a:spcPts val="0"/>
              </a:spcAft>
              <a:buSzPts val="1200"/>
              <a:buNone/>
              <a:defRPr sz="1200"/>
            </a:lvl2pPr>
            <a:lvl3pPr marL="1371600" lvl="2" indent="-228600" algn="l">
              <a:lnSpc>
                <a:spcPct val="100000"/>
              </a:lnSpc>
              <a:spcBef>
                <a:spcPts val="600"/>
              </a:spcBef>
              <a:spcAft>
                <a:spcPts val="0"/>
              </a:spcAft>
              <a:buSzPts val="1000"/>
              <a:buNone/>
              <a:defRPr sz="1000"/>
            </a:lvl3pPr>
            <a:lvl4pPr marL="1828800" lvl="3" indent="-228600" algn="l">
              <a:lnSpc>
                <a:spcPct val="100000"/>
              </a:lnSpc>
              <a:spcBef>
                <a:spcPts val="600"/>
              </a:spcBef>
              <a:spcAft>
                <a:spcPts val="0"/>
              </a:spcAft>
              <a:buSzPts val="900"/>
              <a:buNone/>
              <a:defRPr sz="900"/>
            </a:lvl4pPr>
            <a:lvl5pPr marL="2286000" lvl="4" indent="-228600" algn="l">
              <a:lnSpc>
                <a:spcPct val="100000"/>
              </a:lnSpc>
              <a:spcBef>
                <a:spcPts val="600"/>
              </a:spcBef>
              <a:spcAft>
                <a:spcPts val="0"/>
              </a:spcAft>
              <a:buSzPts val="900"/>
              <a:buNone/>
              <a:defRPr sz="900"/>
            </a:lvl5pPr>
            <a:lvl6pPr marL="2743200" lvl="5" indent="-228600" algn="l">
              <a:lnSpc>
                <a:spcPct val="100000"/>
              </a:lnSpc>
              <a:spcBef>
                <a:spcPts val="600"/>
              </a:spcBef>
              <a:spcAft>
                <a:spcPts val="0"/>
              </a:spcAft>
              <a:buSzPts val="900"/>
              <a:buNone/>
              <a:defRPr sz="900"/>
            </a:lvl6pPr>
            <a:lvl7pPr marL="3200400" lvl="6" indent="-228600" algn="l">
              <a:lnSpc>
                <a:spcPct val="100000"/>
              </a:lnSpc>
              <a:spcBef>
                <a:spcPts val="600"/>
              </a:spcBef>
              <a:spcAft>
                <a:spcPts val="0"/>
              </a:spcAft>
              <a:buSzPts val="900"/>
              <a:buNone/>
              <a:defRPr sz="900"/>
            </a:lvl7pPr>
            <a:lvl8pPr marL="3657600" lvl="7" indent="-228600" algn="l">
              <a:lnSpc>
                <a:spcPct val="100000"/>
              </a:lnSpc>
              <a:spcBef>
                <a:spcPts val="600"/>
              </a:spcBef>
              <a:spcAft>
                <a:spcPts val="0"/>
              </a:spcAft>
              <a:buSzPts val="900"/>
              <a:buNone/>
              <a:defRPr sz="900"/>
            </a:lvl8pPr>
            <a:lvl9pPr marL="4114800" lvl="8" indent="-228600" algn="l">
              <a:lnSpc>
                <a:spcPct val="100000"/>
              </a:lnSpc>
              <a:spcBef>
                <a:spcPts val="600"/>
              </a:spcBef>
              <a:spcAft>
                <a:spcPts val="600"/>
              </a:spcAft>
              <a:buSzPts val="900"/>
              <a:buNone/>
              <a:defRPr sz="900"/>
            </a:lvl9pPr>
          </a:lstStyle>
          <a:p>
            <a:endParaRPr/>
          </a:p>
        </p:txBody>
      </p:sp>
      <p:sp>
        <p:nvSpPr>
          <p:cNvPr id="69" name="Google Shape;69;p24"/>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4"/>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24"/>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 avec légende" type="picTx">
  <p:cSld name="PICTURE_WITH_CAPTION_TEXT">
    <p:spTree>
      <p:nvGrpSpPr>
        <p:cNvPr id="1" name="Shape 72"/>
        <p:cNvGrpSpPr/>
        <p:nvPr/>
      </p:nvGrpSpPr>
      <p:grpSpPr>
        <a:xfrm>
          <a:off x="0" y="0"/>
          <a:ext cx="0" cy="0"/>
          <a:chOff x="0" y="0"/>
          <a:chExt cx="0" cy="0"/>
        </a:xfrm>
      </p:grpSpPr>
      <p:sp>
        <p:nvSpPr>
          <p:cNvPr id="73" name="Google Shape;73;p25"/>
          <p:cNvSpPr txBox="1">
            <a:spLocks noGrp="1"/>
          </p:cNvSpPr>
          <p:nvPr>
            <p:ph type="title"/>
          </p:nvPr>
        </p:nvSpPr>
        <p:spPr>
          <a:xfrm>
            <a:off x="814728" y="727522"/>
            <a:ext cx="4852988" cy="1617163"/>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rmAutofit/>
          </a:bodyPr>
          <a:lstStyle>
            <a:lvl1pPr lvl="0" algn="l">
              <a:lnSpc>
                <a:spcPct val="100000"/>
              </a:lnSpc>
              <a:spcBef>
                <a:spcPts val="0"/>
              </a:spcBef>
              <a:spcAft>
                <a:spcPts val="0"/>
              </a:spcAft>
              <a:buClr>
                <a:srgbClr val="FEFEFE"/>
              </a:buClr>
              <a:buSzPts val="2400"/>
              <a:buFont typeface="Century Gothic"/>
              <a:buNone/>
              <a:defRPr sz="2400" b="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25"/>
          <p:cNvSpPr>
            <a:spLocks noGrp="1"/>
          </p:cNvSpPr>
          <p:nvPr>
            <p:ph type="pic" idx="2"/>
          </p:nvPr>
        </p:nvSpPr>
        <p:spPr>
          <a:xfrm>
            <a:off x="6098117" y="0"/>
            <a:ext cx="6093883" cy="6858000"/>
          </a:xfrm>
          <a:prstGeom prst="rect">
            <a:avLst/>
          </a:prstGeom>
          <a:noFill/>
          <a:ln w="9525" cap="flat" cmpd="sng">
            <a:solidFill>
              <a:schemeClr val="lt2"/>
            </a:solidFill>
            <a:prstDash val="solid"/>
            <a:round/>
            <a:headEnd type="none" w="sm" len="sm"/>
            <a:tailEnd type="none" w="sm" len="sm"/>
          </a:ln>
          <a:effectLst>
            <a:outerShdw blurRad="50800">
              <a:srgbClr val="000000">
                <a:alpha val="40000"/>
              </a:srgbClr>
            </a:outerShdw>
          </a:effectLst>
        </p:spPr>
      </p:sp>
      <p:sp>
        <p:nvSpPr>
          <p:cNvPr id="75" name="Google Shape;75;p25"/>
          <p:cNvSpPr txBox="1">
            <a:spLocks noGrp="1"/>
          </p:cNvSpPr>
          <p:nvPr>
            <p:ph type="body" idx="1"/>
          </p:nvPr>
        </p:nvSpPr>
        <p:spPr>
          <a:xfrm>
            <a:off x="814728" y="2344684"/>
            <a:ext cx="4852988" cy="3516365"/>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rmAutofit/>
          </a:bodyPr>
          <a:lstStyle>
            <a:lvl1pPr marL="457200" lvl="0" indent="-228600" algn="l">
              <a:lnSpc>
                <a:spcPct val="100000"/>
              </a:lnSpc>
              <a:spcBef>
                <a:spcPts val="240"/>
              </a:spcBef>
              <a:spcAft>
                <a:spcPts val="0"/>
              </a:spcAft>
              <a:buSzPts val="1200"/>
              <a:buNone/>
              <a:defRPr sz="1200"/>
            </a:lvl1pPr>
            <a:lvl2pPr marL="914400" lvl="1" indent="-228600" algn="l">
              <a:lnSpc>
                <a:spcPct val="100000"/>
              </a:lnSpc>
              <a:spcBef>
                <a:spcPts val="600"/>
              </a:spcBef>
              <a:spcAft>
                <a:spcPts val="0"/>
              </a:spcAft>
              <a:buSzPts val="1200"/>
              <a:buNone/>
              <a:defRPr sz="1200"/>
            </a:lvl2pPr>
            <a:lvl3pPr marL="1371600" lvl="2" indent="-228600" algn="l">
              <a:lnSpc>
                <a:spcPct val="100000"/>
              </a:lnSpc>
              <a:spcBef>
                <a:spcPts val="600"/>
              </a:spcBef>
              <a:spcAft>
                <a:spcPts val="0"/>
              </a:spcAft>
              <a:buSzPts val="1000"/>
              <a:buNone/>
              <a:defRPr sz="1000"/>
            </a:lvl3pPr>
            <a:lvl4pPr marL="1828800" lvl="3" indent="-228600" algn="l">
              <a:lnSpc>
                <a:spcPct val="100000"/>
              </a:lnSpc>
              <a:spcBef>
                <a:spcPts val="600"/>
              </a:spcBef>
              <a:spcAft>
                <a:spcPts val="0"/>
              </a:spcAft>
              <a:buSzPts val="900"/>
              <a:buNone/>
              <a:defRPr sz="900"/>
            </a:lvl4pPr>
            <a:lvl5pPr marL="2286000" lvl="4" indent="-228600" algn="l">
              <a:lnSpc>
                <a:spcPct val="100000"/>
              </a:lnSpc>
              <a:spcBef>
                <a:spcPts val="600"/>
              </a:spcBef>
              <a:spcAft>
                <a:spcPts val="0"/>
              </a:spcAft>
              <a:buSzPts val="900"/>
              <a:buNone/>
              <a:defRPr sz="900"/>
            </a:lvl5pPr>
            <a:lvl6pPr marL="2743200" lvl="5" indent="-228600" algn="l">
              <a:lnSpc>
                <a:spcPct val="100000"/>
              </a:lnSpc>
              <a:spcBef>
                <a:spcPts val="600"/>
              </a:spcBef>
              <a:spcAft>
                <a:spcPts val="0"/>
              </a:spcAft>
              <a:buSzPts val="900"/>
              <a:buNone/>
              <a:defRPr sz="900"/>
            </a:lvl6pPr>
            <a:lvl7pPr marL="3200400" lvl="6" indent="-228600" algn="l">
              <a:lnSpc>
                <a:spcPct val="100000"/>
              </a:lnSpc>
              <a:spcBef>
                <a:spcPts val="600"/>
              </a:spcBef>
              <a:spcAft>
                <a:spcPts val="0"/>
              </a:spcAft>
              <a:buSzPts val="900"/>
              <a:buNone/>
              <a:defRPr sz="900"/>
            </a:lvl7pPr>
            <a:lvl8pPr marL="3657600" lvl="7" indent="-228600" algn="l">
              <a:lnSpc>
                <a:spcPct val="100000"/>
              </a:lnSpc>
              <a:spcBef>
                <a:spcPts val="600"/>
              </a:spcBef>
              <a:spcAft>
                <a:spcPts val="0"/>
              </a:spcAft>
              <a:buSzPts val="900"/>
              <a:buNone/>
              <a:defRPr sz="900"/>
            </a:lvl8pPr>
            <a:lvl9pPr marL="4114800" lvl="8" indent="-228600" algn="l">
              <a:lnSpc>
                <a:spcPct val="100000"/>
              </a:lnSpc>
              <a:spcBef>
                <a:spcPts val="600"/>
              </a:spcBef>
              <a:spcAft>
                <a:spcPts val="600"/>
              </a:spcAft>
              <a:buSzPts val="900"/>
              <a:buNone/>
              <a:defRPr sz="900"/>
            </a:lvl9pPr>
          </a:lstStyle>
          <a:p>
            <a:endParaRPr/>
          </a:p>
        </p:txBody>
      </p:sp>
      <p:sp>
        <p:nvSpPr>
          <p:cNvPr id="76" name="Google Shape;76;p25"/>
          <p:cNvSpPr txBox="1">
            <a:spLocks noGrp="1"/>
          </p:cNvSpPr>
          <p:nvPr>
            <p:ph type="dt" idx="10"/>
          </p:nvPr>
        </p:nvSpPr>
        <p:spPr>
          <a:xfrm>
            <a:off x="3885810" y="6041362"/>
            <a:ext cx="976879"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5"/>
          <p:cNvSpPr txBox="1">
            <a:spLocks noGrp="1"/>
          </p:cNvSpPr>
          <p:nvPr>
            <p:ph type="ftr" idx="11"/>
          </p:nvPr>
        </p:nvSpPr>
        <p:spPr>
          <a:xfrm>
            <a:off x="590396" y="6041362"/>
            <a:ext cx="3295413"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25"/>
          <p:cNvSpPr txBox="1">
            <a:spLocks noGrp="1"/>
          </p:cNvSpPr>
          <p:nvPr>
            <p:ph type="sldNum" idx="12"/>
          </p:nvPr>
        </p:nvSpPr>
        <p:spPr>
          <a:xfrm>
            <a:off x="4862689" y="5915888"/>
            <a:ext cx="1062155" cy="490599"/>
          </a:xfrm>
          <a:prstGeom prst="rect">
            <a:avLst/>
          </a:prstGeom>
          <a:noFill/>
          <a:ln>
            <a:noFill/>
          </a:ln>
        </p:spPr>
        <p:txBody>
          <a:bodyPr spcFirstLastPara="1" wrap="square" lIns="91425" tIns="45700" rIns="91425" bIns="10800" anchor="b"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Image panoramique avec légende">
  <p:cSld name="Image panoramique avec légende">
    <p:spTree>
      <p:nvGrpSpPr>
        <p:cNvPr id="1" name="Shape 79"/>
        <p:cNvGrpSpPr/>
        <p:nvPr/>
      </p:nvGrpSpPr>
      <p:grpSpPr>
        <a:xfrm>
          <a:off x="0" y="0"/>
          <a:ext cx="0" cy="0"/>
          <a:chOff x="0" y="0"/>
          <a:chExt cx="0" cy="0"/>
        </a:xfrm>
      </p:grpSpPr>
      <p:sp>
        <p:nvSpPr>
          <p:cNvPr id="80" name="Google Shape;80;p26"/>
          <p:cNvSpPr txBox="1">
            <a:spLocks noGrp="1"/>
          </p:cNvSpPr>
          <p:nvPr>
            <p:ph type="title"/>
          </p:nvPr>
        </p:nvSpPr>
        <p:spPr>
          <a:xfrm>
            <a:off x="810000" y="4800600"/>
            <a:ext cx="10561418" cy="566738"/>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rmAutofit/>
          </a:bodyPr>
          <a:lstStyle>
            <a:lvl1pPr lvl="0" algn="l">
              <a:lnSpc>
                <a:spcPct val="100000"/>
              </a:lnSpc>
              <a:spcBef>
                <a:spcPts val="0"/>
              </a:spcBef>
              <a:spcAft>
                <a:spcPts val="0"/>
              </a:spcAft>
              <a:buClr>
                <a:srgbClr val="FEFEFE"/>
              </a:buClr>
              <a:buSzPts val="2400"/>
              <a:buFont typeface="Century Gothic"/>
              <a:buNone/>
              <a:defRPr sz="2400" b="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26"/>
          <p:cNvSpPr>
            <a:spLocks noGrp="1"/>
          </p:cNvSpPr>
          <p:nvPr>
            <p:ph type="pic" idx="2"/>
          </p:nvPr>
        </p:nvSpPr>
        <p:spPr>
          <a:xfrm>
            <a:off x="0" y="0"/>
            <a:ext cx="12192000" cy="4800600"/>
          </a:xfrm>
          <a:prstGeom prst="rect">
            <a:avLst/>
          </a:prstGeom>
          <a:noFill/>
          <a:ln w="9525" cap="rnd" cmpd="sng">
            <a:solidFill>
              <a:schemeClr val="lt2"/>
            </a:solidFill>
            <a:prstDash val="solid"/>
            <a:round/>
            <a:headEnd type="none" w="sm" len="sm"/>
            <a:tailEnd type="none" w="sm" len="sm"/>
          </a:ln>
          <a:effectLst>
            <a:outerShdw blurRad="50800">
              <a:srgbClr val="000000">
                <a:alpha val="40000"/>
              </a:srgbClr>
            </a:outerShdw>
          </a:effectLst>
        </p:spPr>
      </p:sp>
      <p:sp>
        <p:nvSpPr>
          <p:cNvPr id="82" name="Google Shape;82;p26"/>
          <p:cNvSpPr txBox="1">
            <a:spLocks noGrp="1"/>
          </p:cNvSpPr>
          <p:nvPr>
            <p:ph type="body" idx="1"/>
          </p:nvPr>
        </p:nvSpPr>
        <p:spPr>
          <a:xfrm>
            <a:off x="810000" y="5367338"/>
            <a:ext cx="10561418" cy="493712"/>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lvl1pPr marL="457200" lvl="0" indent="-228600" algn="l">
              <a:lnSpc>
                <a:spcPct val="100000"/>
              </a:lnSpc>
              <a:spcBef>
                <a:spcPts val="240"/>
              </a:spcBef>
              <a:spcAft>
                <a:spcPts val="0"/>
              </a:spcAft>
              <a:buSzPts val="1200"/>
              <a:buNone/>
              <a:defRPr sz="1200"/>
            </a:lvl1pPr>
            <a:lvl2pPr marL="914400" lvl="1" indent="-228600" algn="l">
              <a:lnSpc>
                <a:spcPct val="100000"/>
              </a:lnSpc>
              <a:spcBef>
                <a:spcPts val="600"/>
              </a:spcBef>
              <a:spcAft>
                <a:spcPts val="0"/>
              </a:spcAft>
              <a:buSzPts val="1200"/>
              <a:buNone/>
              <a:defRPr sz="1200"/>
            </a:lvl2pPr>
            <a:lvl3pPr marL="1371600" lvl="2" indent="-228600" algn="l">
              <a:lnSpc>
                <a:spcPct val="100000"/>
              </a:lnSpc>
              <a:spcBef>
                <a:spcPts val="600"/>
              </a:spcBef>
              <a:spcAft>
                <a:spcPts val="0"/>
              </a:spcAft>
              <a:buSzPts val="1000"/>
              <a:buNone/>
              <a:defRPr sz="1000"/>
            </a:lvl3pPr>
            <a:lvl4pPr marL="1828800" lvl="3" indent="-228600" algn="l">
              <a:lnSpc>
                <a:spcPct val="100000"/>
              </a:lnSpc>
              <a:spcBef>
                <a:spcPts val="600"/>
              </a:spcBef>
              <a:spcAft>
                <a:spcPts val="0"/>
              </a:spcAft>
              <a:buSzPts val="900"/>
              <a:buNone/>
              <a:defRPr sz="900"/>
            </a:lvl4pPr>
            <a:lvl5pPr marL="2286000" lvl="4" indent="-228600" algn="l">
              <a:lnSpc>
                <a:spcPct val="100000"/>
              </a:lnSpc>
              <a:spcBef>
                <a:spcPts val="600"/>
              </a:spcBef>
              <a:spcAft>
                <a:spcPts val="0"/>
              </a:spcAft>
              <a:buSzPts val="900"/>
              <a:buNone/>
              <a:defRPr sz="900"/>
            </a:lvl5pPr>
            <a:lvl6pPr marL="2743200" lvl="5" indent="-228600" algn="l">
              <a:lnSpc>
                <a:spcPct val="100000"/>
              </a:lnSpc>
              <a:spcBef>
                <a:spcPts val="600"/>
              </a:spcBef>
              <a:spcAft>
                <a:spcPts val="0"/>
              </a:spcAft>
              <a:buSzPts val="900"/>
              <a:buNone/>
              <a:defRPr sz="900"/>
            </a:lvl6pPr>
            <a:lvl7pPr marL="3200400" lvl="6" indent="-228600" algn="l">
              <a:lnSpc>
                <a:spcPct val="100000"/>
              </a:lnSpc>
              <a:spcBef>
                <a:spcPts val="600"/>
              </a:spcBef>
              <a:spcAft>
                <a:spcPts val="0"/>
              </a:spcAft>
              <a:buSzPts val="900"/>
              <a:buNone/>
              <a:defRPr sz="900"/>
            </a:lvl7pPr>
            <a:lvl8pPr marL="3657600" lvl="7" indent="-228600" algn="l">
              <a:lnSpc>
                <a:spcPct val="100000"/>
              </a:lnSpc>
              <a:spcBef>
                <a:spcPts val="600"/>
              </a:spcBef>
              <a:spcAft>
                <a:spcPts val="0"/>
              </a:spcAft>
              <a:buSzPts val="900"/>
              <a:buNone/>
              <a:defRPr sz="900"/>
            </a:lvl8pPr>
            <a:lvl9pPr marL="4114800" lvl="8" indent="-228600" algn="l">
              <a:lnSpc>
                <a:spcPct val="100000"/>
              </a:lnSpc>
              <a:spcBef>
                <a:spcPts val="600"/>
              </a:spcBef>
              <a:spcAft>
                <a:spcPts val="600"/>
              </a:spcAft>
              <a:buSzPts val="900"/>
              <a:buNone/>
              <a:defRPr sz="900"/>
            </a:lvl9pPr>
          </a:lstStyle>
          <a:p>
            <a:endParaRPr/>
          </a:p>
        </p:txBody>
      </p:sp>
      <p:sp>
        <p:nvSpPr>
          <p:cNvPr id="83" name="Google Shape;83;p26"/>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26"/>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26"/>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itation avec légende">
  <p:cSld name="Citation avec légende">
    <p:spTree>
      <p:nvGrpSpPr>
        <p:cNvPr id="1" name="Shape 86"/>
        <p:cNvGrpSpPr/>
        <p:nvPr/>
      </p:nvGrpSpPr>
      <p:grpSpPr>
        <a:xfrm>
          <a:off x="0" y="0"/>
          <a:ext cx="0" cy="0"/>
          <a:chOff x="0" y="0"/>
          <a:chExt cx="0" cy="0"/>
        </a:xfrm>
      </p:grpSpPr>
      <p:sp>
        <p:nvSpPr>
          <p:cNvPr id="87" name="Google Shape;87;p27"/>
          <p:cNvSpPr/>
          <p:nvPr/>
        </p:nvSpPr>
        <p:spPr>
          <a:xfrm>
            <a:off x="631697" y="1081456"/>
            <a:ext cx="6332416" cy="3239188"/>
          </a:xfrm>
          <a:custGeom>
            <a:avLst/>
            <a:gdLst/>
            <a:ahLst/>
            <a:cxnLst/>
            <a:rect l="l" t="t" r="r" b="b"/>
            <a:pathLst>
              <a:path w="3384" h="2308" extrusionOk="0">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blipFill rotWithShape="1">
            <a:blip r:embed="rId2">
              <a:alphaModFix/>
            </a:blip>
            <a:tile tx="0" ty="0" sx="100000" sy="100000" flip="none" algn="tl"/>
          </a:blipFill>
          <a:ln w="9525" cap="rnd" cmpd="sng">
            <a:solidFill>
              <a:schemeClr val="accent1"/>
            </a:solidFill>
            <a:prstDash val="solid"/>
            <a:round/>
            <a:headEnd type="none" w="sm" len="sm"/>
            <a:tailEnd type="none" w="sm" len="sm"/>
          </a:ln>
        </p:spPr>
      </p:sp>
      <p:sp>
        <p:nvSpPr>
          <p:cNvPr id="88" name="Google Shape;88;p27"/>
          <p:cNvSpPr txBox="1">
            <a:spLocks noGrp="1"/>
          </p:cNvSpPr>
          <p:nvPr>
            <p:ph type="title"/>
          </p:nvPr>
        </p:nvSpPr>
        <p:spPr>
          <a:xfrm>
            <a:off x="850985" y="1238502"/>
            <a:ext cx="5893840" cy="2645912"/>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l">
              <a:lnSpc>
                <a:spcPct val="100000"/>
              </a:lnSpc>
              <a:spcBef>
                <a:spcPts val="0"/>
              </a:spcBef>
              <a:spcAft>
                <a:spcPts val="0"/>
              </a:spcAft>
              <a:buClr>
                <a:srgbClr val="FEFEFE"/>
              </a:buClr>
              <a:buSzPts val="4200"/>
              <a:buFont typeface="Century Gothic"/>
              <a:buNone/>
              <a:defRPr sz="42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9" name="Google Shape;89;p27"/>
          <p:cNvSpPr txBox="1">
            <a:spLocks noGrp="1"/>
          </p:cNvSpPr>
          <p:nvPr>
            <p:ph type="body" idx="1"/>
          </p:nvPr>
        </p:nvSpPr>
        <p:spPr>
          <a:xfrm>
            <a:off x="853190" y="4443680"/>
            <a:ext cx="5891636" cy="713241"/>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Autofit/>
          </a:bodyPr>
          <a:lstStyle>
            <a:lvl1pPr marL="457200" lvl="0" indent="-228600" algn="l">
              <a:lnSpc>
                <a:spcPct val="100000"/>
              </a:lnSpc>
              <a:spcBef>
                <a:spcPts val="360"/>
              </a:spcBef>
              <a:spcAft>
                <a:spcPts val="0"/>
              </a:spcAft>
              <a:buSzPts val="1800"/>
              <a:buNone/>
              <a:defRPr sz="1800">
                <a:solidFill>
                  <a:schemeClr val="lt1"/>
                </a:solidFill>
              </a:defRPr>
            </a:lvl1pPr>
            <a:lvl2pPr marL="914400" lvl="1" indent="-228600" algn="l">
              <a:lnSpc>
                <a:spcPct val="100000"/>
              </a:lnSpc>
              <a:spcBef>
                <a:spcPts val="600"/>
              </a:spcBef>
              <a:spcAft>
                <a:spcPts val="0"/>
              </a:spcAft>
              <a:buSzPts val="1800"/>
              <a:buNone/>
              <a:defRPr sz="1800">
                <a:solidFill>
                  <a:schemeClr val="lt1"/>
                </a:solidFill>
              </a:defRPr>
            </a:lvl2pPr>
            <a:lvl3pPr marL="1371600" lvl="2" indent="-228600" algn="l">
              <a:lnSpc>
                <a:spcPct val="100000"/>
              </a:lnSpc>
              <a:spcBef>
                <a:spcPts val="600"/>
              </a:spcBef>
              <a:spcAft>
                <a:spcPts val="0"/>
              </a:spcAft>
              <a:buSzPts val="1600"/>
              <a:buNone/>
              <a:defRPr sz="1600">
                <a:solidFill>
                  <a:schemeClr val="lt1"/>
                </a:solidFill>
              </a:defRPr>
            </a:lvl3pPr>
            <a:lvl4pPr marL="1828800" lvl="3" indent="-228600" algn="l">
              <a:lnSpc>
                <a:spcPct val="100000"/>
              </a:lnSpc>
              <a:spcBef>
                <a:spcPts val="600"/>
              </a:spcBef>
              <a:spcAft>
                <a:spcPts val="0"/>
              </a:spcAft>
              <a:buSzPts val="1400"/>
              <a:buNone/>
              <a:defRPr sz="1400">
                <a:solidFill>
                  <a:schemeClr val="lt1"/>
                </a:solidFill>
              </a:defRPr>
            </a:lvl4pPr>
            <a:lvl5pPr marL="2286000" lvl="4" indent="-228600" algn="l">
              <a:lnSpc>
                <a:spcPct val="100000"/>
              </a:lnSpc>
              <a:spcBef>
                <a:spcPts val="600"/>
              </a:spcBef>
              <a:spcAft>
                <a:spcPts val="0"/>
              </a:spcAft>
              <a:buSzPts val="1400"/>
              <a:buNone/>
              <a:defRPr sz="1400">
                <a:solidFill>
                  <a:schemeClr val="lt1"/>
                </a:solidFill>
              </a:defRPr>
            </a:lvl5pPr>
            <a:lvl6pPr marL="2743200" lvl="5" indent="-228600" algn="l">
              <a:lnSpc>
                <a:spcPct val="100000"/>
              </a:lnSpc>
              <a:spcBef>
                <a:spcPts val="600"/>
              </a:spcBef>
              <a:spcAft>
                <a:spcPts val="0"/>
              </a:spcAft>
              <a:buSzPts val="1400"/>
              <a:buNone/>
              <a:defRPr sz="1400">
                <a:solidFill>
                  <a:schemeClr val="lt1"/>
                </a:solidFill>
              </a:defRPr>
            </a:lvl6pPr>
            <a:lvl7pPr marL="3200400" lvl="6" indent="-228600" algn="l">
              <a:lnSpc>
                <a:spcPct val="100000"/>
              </a:lnSpc>
              <a:spcBef>
                <a:spcPts val="600"/>
              </a:spcBef>
              <a:spcAft>
                <a:spcPts val="0"/>
              </a:spcAft>
              <a:buSzPts val="1400"/>
              <a:buNone/>
              <a:defRPr sz="1400">
                <a:solidFill>
                  <a:schemeClr val="lt1"/>
                </a:solidFill>
              </a:defRPr>
            </a:lvl7pPr>
            <a:lvl8pPr marL="3657600" lvl="7" indent="-228600" algn="l">
              <a:lnSpc>
                <a:spcPct val="100000"/>
              </a:lnSpc>
              <a:spcBef>
                <a:spcPts val="600"/>
              </a:spcBef>
              <a:spcAft>
                <a:spcPts val="0"/>
              </a:spcAft>
              <a:buSzPts val="1400"/>
              <a:buNone/>
              <a:defRPr sz="1400">
                <a:solidFill>
                  <a:schemeClr val="lt1"/>
                </a:solidFill>
              </a:defRPr>
            </a:lvl8pPr>
            <a:lvl9pPr marL="4114800" lvl="8" indent="-228600" algn="l">
              <a:lnSpc>
                <a:spcPct val="100000"/>
              </a:lnSpc>
              <a:spcBef>
                <a:spcPts val="600"/>
              </a:spcBef>
              <a:spcAft>
                <a:spcPts val="600"/>
              </a:spcAft>
              <a:buSzPts val="1400"/>
              <a:buNone/>
              <a:defRPr sz="1400">
                <a:solidFill>
                  <a:schemeClr val="lt1"/>
                </a:solidFill>
              </a:defRPr>
            </a:lvl9pPr>
          </a:lstStyle>
          <a:p>
            <a:endParaRPr/>
          </a:p>
        </p:txBody>
      </p:sp>
      <p:sp>
        <p:nvSpPr>
          <p:cNvPr id="90" name="Google Shape;90;p27"/>
          <p:cNvSpPr txBox="1">
            <a:spLocks noGrp="1"/>
          </p:cNvSpPr>
          <p:nvPr>
            <p:ph type="body" idx="2"/>
          </p:nvPr>
        </p:nvSpPr>
        <p:spPr>
          <a:xfrm>
            <a:off x="7574642" y="1081456"/>
            <a:ext cx="3810001" cy="4075465"/>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rmAutofit/>
          </a:bodyPr>
          <a:lstStyle>
            <a:lvl1pPr marL="457200" lvl="0" indent="-228600" algn="l">
              <a:lnSpc>
                <a:spcPct val="100000"/>
              </a:lnSpc>
              <a:spcBef>
                <a:spcPts val="360"/>
              </a:spcBef>
              <a:spcAft>
                <a:spcPts val="0"/>
              </a:spcAft>
              <a:buSzPts val="1800"/>
              <a:buFont typeface="Century Gothic"/>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600"/>
              </a:spcBef>
              <a:spcAft>
                <a:spcPts val="0"/>
              </a:spcAft>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SzPts val="1800"/>
              <a:buChar char="?"/>
              <a:defRPr/>
            </a:lvl8pPr>
            <a:lvl9pPr marL="4114800" lvl="8" indent="-342900" algn="l">
              <a:lnSpc>
                <a:spcPct val="100000"/>
              </a:lnSpc>
              <a:spcBef>
                <a:spcPts val="600"/>
              </a:spcBef>
              <a:spcAft>
                <a:spcPts val="600"/>
              </a:spcAft>
              <a:buSzPts val="1800"/>
              <a:buChar char="?"/>
              <a:defRPr/>
            </a:lvl9pPr>
          </a:lstStyle>
          <a:p>
            <a:endParaRPr/>
          </a:p>
        </p:txBody>
      </p:sp>
      <p:sp>
        <p:nvSpPr>
          <p:cNvPr id="91" name="Google Shape;91;p27"/>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27"/>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27"/>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arte de nom">
  <p:cSld name="Carte de nom">
    <p:spTree>
      <p:nvGrpSpPr>
        <p:cNvPr id="1" name="Shape 94"/>
        <p:cNvGrpSpPr/>
        <p:nvPr/>
      </p:nvGrpSpPr>
      <p:grpSpPr>
        <a:xfrm>
          <a:off x="0" y="0"/>
          <a:ext cx="0" cy="0"/>
          <a:chOff x="0" y="0"/>
          <a:chExt cx="0" cy="0"/>
        </a:xfrm>
      </p:grpSpPr>
      <p:sp>
        <p:nvSpPr>
          <p:cNvPr id="95" name="Google Shape;95;p28"/>
          <p:cNvSpPr/>
          <p:nvPr/>
        </p:nvSpPr>
        <p:spPr>
          <a:xfrm>
            <a:off x="1140884" y="2286585"/>
            <a:ext cx="4895115" cy="2503972"/>
          </a:xfrm>
          <a:custGeom>
            <a:avLst/>
            <a:gdLst/>
            <a:ahLst/>
            <a:cxnLst/>
            <a:rect l="l" t="t" r="r" b="b"/>
            <a:pathLst>
              <a:path w="3384" h="2308" extrusionOk="0">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blipFill rotWithShape="1">
            <a:blip r:embed="rId2">
              <a:alphaModFix/>
            </a:blip>
            <a:tile tx="0" ty="0" sx="100000" sy="100000" flip="none" algn="tl"/>
          </a:blipFill>
          <a:ln w="9525" cap="rnd" cmpd="sng">
            <a:solidFill>
              <a:schemeClr val="accent1"/>
            </a:solidFill>
            <a:prstDash val="solid"/>
            <a:round/>
            <a:headEnd type="none" w="sm" len="sm"/>
            <a:tailEnd type="none" w="sm" len="sm"/>
          </a:ln>
        </p:spPr>
      </p:sp>
      <p:sp>
        <p:nvSpPr>
          <p:cNvPr id="96" name="Google Shape;96;p28"/>
          <p:cNvSpPr txBox="1">
            <a:spLocks noGrp="1"/>
          </p:cNvSpPr>
          <p:nvPr>
            <p:ph type="title"/>
          </p:nvPr>
        </p:nvSpPr>
        <p:spPr>
          <a:xfrm>
            <a:off x="1357089" y="2435957"/>
            <a:ext cx="4382521" cy="2007789"/>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l">
              <a:lnSpc>
                <a:spcPct val="100000"/>
              </a:lnSpc>
              <a:spcBef>
                <a:spcPts val="0"/>
              </a:spcBef>
              <a:spcAft>
                <a:spcPts val="0"/>
              </a:spcAft>
              <a:buClr>
                <a:srgbClr val="FEFEFE"/>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7" name="Google Shape;97;p28"/>
          <p:cNvSpPr txBox="1">
            <a:spLocks noGrp="1"/>
          </p:cNvSpPr>
          <p:nvPr>
            <p:ph type="body" idx="1"/>
          </p:nvPr>
        </p:nvSpPr>
        <p:spPr>
          <a:xfrm>
            <a:off x="6156000" y="2286000"/>
            <a:ext cx="4880300" cy="2295525"/>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rmAutofit/>
          </a:bodyPr>
          <a:lstStyle>
            <a:lvl1pPr marL="457200" lvl="0" indent="-228600" algn="l">
              <a:lnSpc>
                <a:spcPct val="100000"/>
              </a:lnSpc>
              <a:spcBef>
                <a:spcPts val="360"/>
              </a:spcBef>
              <a:spcAft>
                <a:spcPts val="0"/>
              </a:spcAft>
              <a:buSzPts val="1800"/>
              <a:buFont typeface="Century Gothic"/>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600"/>
              </a:spcBef>
              <a:spcAft>
                <a:spcPts val="0"/>
              </a:spcAft>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SzPts val="1800"/>
              <a:buChar char="?"/>
              <a:defRPr/>
            </a:lvl8pPr>
            <a:lvl9pPr marL="4114800" lvl="8" indent="-342900" algn="l">
              <a:lnSpc>
                <a:spcPct val="100000"/>
              </a:lnSpc>
              <a:spcBef>
                <a:spcPts val="600"/>
              </a:spcBef>
              <a:spcAft>
                <a:spcPts val="600"/>
              </a:spcAft>
              <a:buSzPts val="1800"/>
              <a:buChar char="?"/>
              <a:defRPr/>
            </a:lvl9pPr>
          </a:lstStyle>
          <a:p>
            <a:endParaRPr/>
          </a:p>
        </p:txBody>
      </p:sp>
      <p:sp>
        <p:nvSpPr>
          <p:cNvPr id="98" name="Google Shape;98;p28"/>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9" name="Google Shape;99;p28"/>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28"/>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re et texte vertical" type="vertTx">
  <p:cSld name="VERTICAL_TEXT">
    <p:spTree>
      <p:nvGrpSpPr>
        <p:cNvPr id="1" name="Shape 101"/>
        <p:cNvGrpSpPr/>
        <p:nvPr/>
      </p:nvGrpSpPr>
      <p:grpSpPr>
        <a:xfrm>
          <a:off x="0" y="0"/>
          <a:ext cx="0" cy="0"/>
          <a:chOff x="0" y="0"/>
          <a:chExt cx="0" cy="0"/>
        </a:xfrm>
      </p:grpSpPr>
      <p:sp>
        <p:nvSpPr>
          <p:cNvPr id="102" name="Google Shape;102;p29"/>
          <p:cNvSpPr/>
          <p:nvPr/>
        </p:nvSpPr>
        <p:spPr>
          <a:xfrm>
            <a:off x="0" y="0"/>
            <a:ext cx="12192000" cy="2185988"/>
          </a:xfrm>
          <a:custGeom>
            <a:avLst/>
            <a:gdLst/>
            <a:ahLst/>
            <a:cxnLst/>
            <a:rect l="l" t="t" r="r" b="b"/>
            <a:pathLst>
              <a:path w="5760" h="1377" extrusionOk="0">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blipFill rotWithShape="1">
            <a:blip r:embed="rId2">
              <a:alphaModFix/>
            </a:blip>
            <a:tile tx="0" ty="0" sx="100000" sy="100000" flip="none" algn="tl"/>
          </a:blipFill>
          <a:ln w="9525" cap="rnd" cmpd="sng">
            <a:solidFill>
              <a:schemeClr val="accent1"/>
            </a:solidFill>
            <a:prstDash val="solid"/>
            <a:round/>
            <a:headEnd type="none" w="sm" len="sm"/>
            <a:tailEnd type="none" w="sm" len="sm"/>
          </a:ln>
        </p:spPr>
      </p:sp>
      <p:sp>
        <p:nvSpPr>
          <p:cNvPr id="103" name="Google Shape;103;p29"/>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l">
              <a:lnSpc>
                <a:spcPct val="100000"/>
              </a:lnSpc>
              <a:spcBef>
                <a:spcPts val="0"/>
              </a:spcBef>
              <a:spcAft>
                <a:spcPts val="0"/>
              </a:spcAft>
              <a:buClr>
                <a:srgbClr val="FEFEFE"/>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29"/>
          <p:cNvSpPr txBox="1">
            <a:spLocks noGrp="1"/>
          </p:cNvSpPr>
          <p:nvPr>
            <p:ph type="body" idx="1"/>
          </p:nvPr>
        </p:nvSpPr>
        <p:spPr>
          <a:xfrm rot="5400000">
            <a:off x="4254444" y="-1260043"/>
            <a:ext cx="3674397" cy="10563285"/>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600"/>
              </a:spcBef>
              <a:spcAft>
                <a:spcPts val="0"/>
              </a:spcAft>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SzPts val="1800"/>
              <a:buChar char="?"/>
              <a:defRPr/>
            </a:lvl8pPr>
            <a:lvl9pPr marL="4114800" lvl="8" indent="-342900" algn="l">
              <a:lnSpc>
                <a:spcPct val="100000"/>
              </a:lnSpc>
              <a:spcBef>
                <a:spcPts val="600"/>
              </a:spcBef>
              <a:spcAft>
                <a:spcPts val="600"/>
              </a:spcAft>
              <a:buSzPts val="1800"/>
              <a:buChar char="?"/>
              <a:defRPr/>
            </a:lvl9pPr>
          </a:lstStyle>
          <a:p>
            <a:endParaRPr/>
          </a:p>
        </p:txBody>
      </p:sp>
      <p:sp>
        <p:nvSpPr>
          <p:cNvPr id="105" name="Google Shape;105;p29"/>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6" name="Google Shape;106;p29"/>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7" name="Google Shape;107;p29"/>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re vertical et texte" type="vertTitleAndTx">
  <p:cSld name="VERTICAL_TITLE_AND_VERTICAL_TEXT">
    <p:spTree>
      <p:nvGrpSpPr>
        <p:cNvPr id="1" name="Shape 108"/>
        <p:cNvGrpSpPr/>
        <p:nvPr/>
      </p:nvGrpSpPr>
      <p:grpSpPr>
        <a:xfrm>
          <a:off x="0" y="0"/>
          <a:ext cx="0" cy="0"/>
          <a:chOff x="0" y="0"/>
          <a:chExt cx="0" cy="0"/>
        </a:xfrm>
      </p:grpSpPr>
      <p:sp>
        <p:nvSpPr>
          <p:cNvPr id="109" name="Google Shape;109;p30"/>
          <p:cNvSpPr/>
          <p:nvPr/>
        </p:nvSpPr>
        <p:spPr>
          <a:xfrm>
            <a:off x="7669651" y="446089"/>
            <a:ext cx="4522349" cy="5414962"/>
          </a:xfrm>
          <a:custGeom>
            <a:avLst/>
            <a:gdLst/>
            <a:ahLst/>
            <a:cxnLst/>
            <a:rect l="l" t="t" r="r" b="b"/>
            <a:pathLst>
              <a:path w="2879" h="4320" extrusionOk="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blipFill rotWithShape="1">
            <a:blip r:embed="rId2">
              <a:alphaModFix/>
            </a:blip>
            <a:tile tx="0" ty="0" sx="100000" sy="100000" flip="none" algn="tl"/>
          </a:blipFill>
          <a:ln w="9525" cap="rnd" cmpd="sng">
            <a:solidFill>
              <a:schemeClr val="accent1"/>
            </a:solidFill>
            <a:prstDash val="solid"/>
            <a:round/>
            <a:headEnd type="none" w="sm" len="sm"/>
            <a:tailEnd type="none" w="sm" len="sm"/>
          </a:ln>
        </p:spPr>
      </p:sp>
      <p:sp>
        <p:nvSpPr>
          <p:cNvPr id="110" name="Google Shape;110;p30"/>
          <p:cNvSpPr txBox="1">
            <a:spLocks noGrp="1"/>
          </p:cNvSpPr>
          <p:nvPr>
            <p:ph type="title"/>
          </p:nvPr>
        </p:nvSpPr>
        <p:spPr>
          <a:xfrm rot="5400000">
            <a:off x="6863536" y="1906175"/>
            <a:ext cx="5134798" cy="2494791"/>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l">
              <a:lnSpc>
                <a:spcPct val="100000"/>
              </a:lnSpc>
              <a:spcBef>
                <a:spcPts val="0"/>
              </a:spcBef>
              <a:spcAft>
                <a:spcPts val="0"/>
              </a:spcAft>
              <a:buClr>
                <a:srgbClr val="FEFEFE"/>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p30"/>
          <p:cNvSpPr txBox="1">
            <a:spLocks noGrp="1"/>
          </p:cNvSpPr>
          <p:nvPr>
            <p:ph type="body" idx="1"/>
          </p:nvPr>
        </p:nvSpPr>
        <p:spPr>
          <a:xfrm rot="5400000">
            <a:off x="1408290" y="-152200"/>
            <a:ext cx="5414962" cy="6611540"/>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600"/>
              </a:spcBef>
              <a:spcAft>
                <a:spcPts val="0"/>
              </a:spcAft>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SzPts val="1800"/>
              <a:buChar char="?"/>
              <a:defRPr/>
            </a:lvl8pPr>
            <a:lvl9pPr marL="4114800" lvl="8" indent="-342900" algn="l">
              <a:lnSpc>
                <a:spcPct val="100000"/>
              </a:lnSpc>
              <a:spcBef>
                <a:spcPts val="600"/>
              </a:spcBef>
              <a:spcAft>
                <a:spcPts val="600"/>
              </a:spcAft>
              <a:buSzPts val="1800"/>
              <a:buChar char="?"/>
              <a:defRPr/>
            </a:lvl9pPr>
          </a:lstStyle>
          <a:p>
            <a:endParaRPr/>
          </a:p>
        </p:txBody>
      </p:sp>
      <p:sp>
        <p:nvSpPr>
          <p:cNvPr id="112" name="Google Shape;112;p30"/>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3" name="Google Shape;113;p30"/>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4" name="Google Shape;114;p30"/>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9"/>
        <p:cNvGrpSpPr/>
        <p:nvPr/>
      </p:nvGrpSpPr>
      <p:grpSpPr>
        <a:xfrm>
          <a:off x="0" y="0"/>
          <a:ext cx="0" cy="0"/>
          <a:chOff x="0" y="0"/>
          <a:chExt cx="0" cy="0"/>
        </a:xfrm>
      </p:grpSpPr>
      <p:sp>
        <p:nvSpPr>
          <p:cNvPr id="10" name="Google Shape;10;p16"/>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FEFEFE"/>
              </a:buClr>
              <a:buSzPts val="4000"/>
              <a:buFont typeface="Century Gothic"/>
              <a:buNone/>
              <a:defRPr sz="4000" b="1" i="0" u="none" strike="noStrike" cap="none">
                <a:solidFill>
                  <a:srgbClr val="FEFEFE"/>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9pPr>
          </a:lstStyle>
          <a:p>
            <a:endParaRPr/>
          </a:p>
        </p:txBody>
      </p:sp>
      <p:sp>
        <p:nvSpPr>
          <p:cNvPr id="11" name="Google Shape;11;p16"/>
          <p:cNvSpPr txBox="1">
            <a:spLocks noGrp="1"/>
          </p:cNvSpPr>
          <p:nvPr>
            <p:ph type="body" idx="1"/>
          </p:nvPr>
        </p:nvSpPr>
        <p:spPr>
          <a:xfrm>
            <a:off x="810000" y="2184401"/>
            <a:ext cx="10563285" cy="3674397"/>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lvl1pPr marL="457200" marR="0" lvl="0" indent="-342900" algn="l" rtl="0">
              <a:lnSpc>
                <a:spcPct val="100000"/>
              </a:lnSpc>
              <a:spcBef>
                <a:spcPts val="360"/>
              </a:spcBef>
              <a:spcAft>
                <a:spcPts val="0"/>
              </a:spcAft>
              <a:buClr>
                <a:schemeClr val="accent1"/>
              </a:buClr>
              <a:buSzPts val="1800"/>
              <a:buFont typeface="Noto Sans Symbols"/>
              <a:buChar char="🞆"/>
              <a:defRPr sz="1800" b="0" i="0" u="none" strike="noStrike" cap="none">
                <a:solidFill>
                  <a:schemeClr val="lt1"/>
                </a:solidFill>
                <a:latin typeface="Century Gothic"/>
                <a:ea typeface="Century Gothic"/>
                <a:cs typeface="Century Gothic"/>
                <a:sym typeface="Century Gothic"/>
              </a:defRPr>
            </a:lvl1pPr>
            <a:lvl2pPr marL="914400" marR="0" lvl="1" indent="-330200" algn="l" rtl="0">
              <a:lnSpc>
                <a:spcPct val="100000"/>
              </a:lnSpc>
              <a:spcBef>
                <a:spcPts val="600"/>
              </a:spcBef>
              <a:spcAft>
                <a:spcPts val="0"/>
              </a:spcAft>
              <a:buClr>
                <a:schemeClr val="accent1"/>
              </a:buClr>
              <a:buSzPts val="1600"/>
              <a:buFont typeface="Noto Sans Symbols"/>
              <a:buChar char="🞆"/>
              <a:defRPr sz="1600" b="0" i="0" u="none" strike="noStrike" cap="none">
                <a:solidFill>
                  <a:schemeClr val="lt1"/>
                </a:solidFill>
                <a:latin typeface="Century Gothic"/>
                <a:ea typeface="Century Gothic"/>
                <a:cs typeface="Century Gothic"/>
                <a:sym typeface="Century Gothic"/>
              </a:defRPr>
            </a:lvl2pPr>
            <a:lvl3pPr marL="1371600" marR="0" lvl="2" indent="-317500" algn="l" rtl="0">
              <a:lnSpc>
                <a:spcPct val="100000"/>
              </a:lnSpc>
              <a:spcBef>
                <a:spcPts val="600"/>
              </a:spcBef>
              <a:spcAft>
                <a:spcPts val="0"/>
              </a:spcAft>
              <a:buClr>
                <a:schemeClr val="accent1"/>
              </a:buClr>
              <a:buSzPts val="1400"/>
              <a:buFont typeface="Noto Sans Symbols"/>
              <a:buChar char="🞆"/>
              <a:defRPr sz="1400" b="0" i="0" u="none" strike="noStrike" cap="none">
                <a:solidFill>
                  <a:schemeClr val="lt1"/>
                </a:solidFill>
                <a:latin typeface="Century Gothic"/>
                <a:ea typeface="Century Gothic"/>
                <a:cs typeface="Century Gothic"/>
                <a:sym typeface="Century Gothic"/>
              </a:defRPr>
            </a:lvl3pPr>
            <a:lvl4pPr marL="1828800" marR="0" lvl="3" indent="-304800" algn="l" rtl="0">
              <a:lnSpc>
                <a:spcPct val="100000"/>
              </a:lnSpc>
              <a:spcBef>
                <a:spcPts val="600"/>
              </a:spcBef>
              <a:spcAft>
                <a:spcPts val="0"/>
              </a:spcAft>
              <a:buClr>
                <a:schemeClr val="accent1"/>
              </a:buClr>
              <a:buSzPts val="1200"/>
              <a:buFont typeface="Noto Sans Symbols"/>
              <a:buChar char="🞆"/>
              <a:defRPr sz="1200" b="0" i="0" u="none" strike="noStrike" cap="none">
                <a:solidFill>
                  <a:schemeClr val="lt1"/>
                </a:solidFill>
                <a:latin typeface="Century Gothic"/>
                <a:ea typeface="Century Gothic"/>
                <a:cs typeface="Century Gothic"/>
                <a:sym typeface="Century Gothic"/>
              </a:defRPr>
            </a:lvl4pPr>
            <a:lvl5pPr marL="2286000" marR="0" lvl="4" indent="-304800" algn="l" rtl="0">
              <a:lnSpc>
                <a:spcPct val="100000"/>
              </a:lnSpc>
              <a:spcBef>
                <a:spcPts val="600"/>
              </a:spcBef>
              <a:spcAft>
                <a:spcPts val="0"/>
              </a:spcAft>
              <a:buClr>
                <a:schemeClr val="accent1"/>
              </a:buClr>
              <a:buSzPts val="1200"/>
              <a:buFont typeface="Noto Sans Symbols"/>
              <a:buChar char="🞆"/>
              <a:defRPr sz="1200" b="0" i="0" u="none" strike="noStrike" cap="none">
                <a:solidFill>
                  <a:schemeClr val="lt1"/>
                </a:solidFill>
                <a:latin typeface="Century Gothic"/>
                <a:ea typeface="Century Gothic"/>
                <a:cs typeface="Century Gothic"/>
                <a:sym typeface="Century Gothic"/>
              </a:defRPr>
            </a:lvl5pPr>
            <a:lvl6pPr marL="2743200" marR="0" lvl="5" indent="-304800" algn="l" rtl="0">
              <a:lnSpc>
                <a:spcPct val="100000"/>
              </a:lnSpc>
              <a:spcBef>
                <a:spcPts val="600"/>
              </a:spcBef>
              <a:spcAft>
                <a:spcPts val="0"/>
              </a:spcAft>
              <a:buClr>
                <a:schemeClr val="accent1"/>
              </a:buClr>
              <a:buSzPts val="1200"/>
              <a:buFont typeface="Noto Sans Symbols"/>
              <a:buChar char="🞆"/>
              <a:defRPr sz="1200" b="0" i="0" u="none" strike="noStrike" cap="none">
                <a:solidFill>
                  <a:schemeClr val="lt1"/>
                </a:solidFill>
                <a:latin typeface="Century Gothic"/>
                <a:ea typeface="Century Gothic"/>
                <a:cs typeface="Century Gothic"/>
                <a:sym typeface="Century Gothic"/>
              </a:defRPr>
            </a:lvl6pPr>
            <a:lvl7pPr marL="3200400" marR="0" lvl="6" indent="-304800" algn="l" rtl="0">
              <a:lnSpc>
                <a:spcPct val="100000"/>
              </a:lnSpc>
              <a:spcBef>
                <a:spcPts val="600"/>
              </a:spcBef>
              <a:spcAft>
                <a:spcPts val="0"/>
              </a:spcAft>
              <a:buClr>
                <a:schemeClr val="accent1"/>
              </a:buClr>
              <a:buSzPts val="1200"/>
              <a:buFont typeface="Noto Sans Symbols"/>
              <a:buChar char="🞆"/>
              <a:defRPr sz="1200" b="0" i="0" u="none" strike="noStrike" cap="none">
                <a:solidFill>
                  <a:schemeClr val="lt1"/>
                </a:solidFill>
                <a:latin typeface="Century Gothic"/>
                <a:ea typeface="Century Gothic"/>
                <a:cs typeface="Century Gothic"/>
                <a:sym typeface="Century Gothic"/>
              </a:defRPr>
            </a:lvl7pPr>
            <a:lvl8pPr marL="3657600" marR="0" lvl="7" indent="-304800" algn="l" rtl="0">
              <a:lnSpc>
                <a:spcPct val="100000"/>
              </a:lnSpc>
              <a:spcBef>
                <a:spcPts val="600"/>
              </a:spcBef>
              <a:spcAft>
                <a:spcPts val="0"/>
              </a:spcAft>
              <a:buClr>
                <a:schemeClr val="accent1"/>
              </a:buClr>
              <a:buSzPts val="1200"/>
              <a:buFont typeface="Noto Sans Symbols"/>
              <a:buChar char="🞆"/>
              <a:defRPr sz="1200" b="0" i="0" u="none" strike="noStrike" cap="none">
                <a:solidFill>
                  <a:schemeClr val="lt1"/>
                </a:solidFill>
                <a:latin typeface="Century Gothic"/>
                <a:ea typeface="Century Gothic"/>
                <a:cs typeface="Century Gothic"/>
                <a:sym typeface="Century Gothic"/>
              </a:defRPr>
            </a:lvl8pPr>
            <a:lvl9pPr marL="4114800" marR="0" lvl="8" indent="-304800" algn="l" rtl="0">
              <a:lnSpc>
                <a:spcPct val="100000"/>
              </a:lnSpc>
              <a:spcBef>
                <a:spcPts val="600"/>
              </a:spcBef>
              <a:spcAft>
                <a:spcPts val="600"/>
              </a:spcAft>
              <a:buClr>
                <a:schemeClr val="accent1"/>
              </a:buClr>
              <a:buSzPts val="1200"/>
              <a:buFont typeface="Noto Sans Symbols"/>
              <a:buChar char="🞆"/>
              <a:defRPr sz="1200" b="0" i="0" u="none" strike="noStrike" cap="none">
                <a:solidFill>
                  <a:schemeClr val="lt1"/>
                </a:solidFill>
                <a:latin typeface="Century Gothic"/>
                <a:ea typeface="Century Gothic"/>
                <a:cs typeface="Century Gothic"/>
                <a:sym typeface="Century Gothic"/>
              </a:defRPr>
            </a:lvl9pPr>
          </a:lstStyle>
          <a:p>
            <a:endParaRPr/>
          </a:p>
        </p:txBody>
      </p:sp>
      <p:sp>
        <p:nvSpPr>
          <p:cNvPr id="12" name="Google Shape;12;p16"/>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3" name="Google Shape;13;p16"/>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marR="0" lvl="0" algn="r" rtl="0">
              <a:lnSpc>
                <a:spcPct val="100000"/>
              </a:lnSpc>
              <a:spcBef>
                <a:spcPts val="0"/>
              </a:spcBef>
              <a:spcAft>
                <a:spcPts val="0"/>
              </a:spcAft>
              <a:buClr>
                <a:srgbClr val="000000"/>
              </a:buClr>
              <a:buSzPts val="1400"/>
              <a:buFont typeface="Arial"/>
              <a:buNone/>
              <a:defRPr sz="90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4" name="Google Shape;14;p16"/>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marR="0" lvl="0" indent="0" algn="r" rtl="0">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fr-FR"/>
              <a:t>‹N°›</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119"/>
        <p:cNvGrpSpPr/>
        <p:nvPr/>
      </p:nvGrpSpPr>
      <p:grpSpPr>
        <a:xfrm>
          <a:off x="0" y="0"/>
          <a:ext cx="0" cy="0"/>
          <a:chOff x="0" y="0"/>
          <a:chExt cx="0" cy="0"/>
        </a:xfrm>
      </p:grpSpPr>
      <p:sp>
        <p:nvSpPr>
          <p:cNvPr id="120" name="Google Shape;120;p1"/>
          <p:cNvSpPr/>
          <p:nvPr/>
        </p:nvSpPr>
        <p:spPr>
          <a:xfrm>
            <a:off x="0" y="1666068"/>
            <a:ext cx="12192000" cy="5185475"/>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entury Gothic"/>
              <a:ea typeface="Century Gothic"/>
              <a:cs typeface="Century Gothic"/>
              <a:sym typeface="Century Gothic"/>
            </a:endParaRPr>
          </a:p>
        </p:txBody>
      </p:sp>
      <p:sp>
        <p:nvSpPr>
          <p:cNvPr id="121" name="Google Shape;121;p1"/>
          <p:cNvSpPr/>
          <p:nvPr/>
        </p:nvSpPr>
        <p:spPr>
          <a:xfrm rot="-5400000">
            <a:off x="-650724" y="650724"/>
            <a:ext cx="6858000" cy="5556552"/>
          </a:xfrm>
          <a:custGeom>
            <a:avLst/>
            <a:gdLst/>
            <a:ahLst/>
            <a:cxnLst/>
            <a:rect l="l" t="t" r="r" b="b"/>
            <a:pathLst>
              <a:path w="6858000" h="5556552" extrusionOk="0">
                <a:moveTo>
                  <a:pt x="6858000" y="3445704"/>
                </a:moveTo>
                <a:lnTo>
                  <a:pt x="3829242" y="5433322"/>
                </a:lnTo>
                <a:lnTo>
                  <a:pt x="3827369" y="5434867"/>
                </a:lnTo>
                <a:lnTo>
                  <a:pt x="3824583" y="5436378"/>
                </a:lnTo>
                <a:lnTo>
                  <a:pt x="3798693" y="5453370"/>
                </a:lnTo>
                <a:lnTo>
                  <a:pt x="3785011" y="5457858"/>
                </a:lnTo>
                <a:lnTo>
                  <a:pt x="3706339" y="5500559"/>
                </a:lnTo>
                <a:cubicBezTo>
                  <a:pt x="3621096" y="5536614"/>
                  <a:pt x="3527375" y="5556552"/>
                  <a:pt x="3428998" y="5556552"/>
                </a:cubicBezTo>
                <a:cubicBezTo>
                  <a:pt x="3330621" y="5556552"/>
                  <a:pt x="3236901" y="5536614"/>
                  <a:pt x="3151658" y="5500559"/>
                </a:cubicBezTo>
                <a:lnTo>
                  <a:pt x="3072996" y="5457863"/>
                </a:lnTo>
                <a:lnTo>
                  <a:pt x="3059298" y="5453370"/>
                </a:lnTo>
                <a:lnTo>
                  <a:pt x="3033383" y="5436362"/>
                </a:lnTo>
                <a:lnTo>
                  <a:pt x="3030627" y="5434867"/>
                </a:lnTo>
                <a:lnTo>
                  <a:pt x="3028775" y="5433338"/>
                </a:lnTo>
                <a:lnTo>
                  <a:pt x="0" y="3445704"/>
                </a:lnTo>
                <a:close/>
                <a:moveTo>
                  <a:pt x="6858000" y="0"/>
                </a:moveTo>
                <a:lnTo>
                  <a:pt x="6858000" y="349336"/>
                </a:lnTo>
                <a:lnTo>
                  <a:pt x="6858000" y="3445703"/>
                </a:lnTo>
                <a:lnTo>
                  <a:pt x="0" y="3445703"/>
                </a:lnTo>
                <a:lnTo>
                  <a:pt x="0"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 name="Google Shape;122;p1"/>
          <p:cNvSpPr txBox="1">
            <a:spLocks noGrp="1"/>
          </p:cNvSpPr>
          <p:nvPr>
            <p:ph type="subTitle" idx="1"/>
          </p:nvPr>
        </p:nvSpPr>
        <p:spPr>
          <a:xfrm>
            <a:off x="643466" y="2281574"/>
            <a:ext cx="3994015" cy="2294852"/>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p>
            <a:pPr marL="0" indent="0" algn="ctr">
              <a:spcBef>
                <a:spcPts val="0"/>
              </a:spcBef>
            </a:pPr>
            <a:r>
              <a:rPr lang="fr-FR" sz="2800" dirty="0"/>
              <a:t>Gabriel CAPELL</a:t>
            </a:r>
            <a:endParaRPr lang="fr-FR" dirty="0"/>
          </a:p>
          <a:p>
            <a:pPr marL="0" lvl="0" indent="0" algn="ctr" rtl="0">
              <a:lnSpc>
                <a:spcPct val="100000"/>
              </a:lnSpc>
              <a:spcBef>
                <a:spcPts val="1160"/>
              </a:spcBef>
              <a:spcAft>
                <a:spcPts val="0"/>
              </a:spcAft>
              <a:buSzPts val="2800"/>
              <a:buNone/>
            </a:pPr>
            <a:r>
              <a:rPr lang="fr-FR" sz="2800" dirty="0"/>
              <a:t>FAO</a:t>
            </a:r>
            <a:endParaRPr dirty="0"/>
          </a:p>
        </p:txBody>
      </p:sp>
      <p:sp>
        <p:nvSpPr>
          <p:cNvPr id="123" name="Google Shape;123;p1"/>
          <p:cNvSpPr txBox="1">
            <a:spLocks noGrp="1"/>
          </p:cNvSpPr>
          <p:nvPr>
            <p:ph type="ctrTitle"/>
          </p:nvPr>
        </p:nvSpPr>
        <p:spPr>
          <a:xfrm>
            <a:off x="5803899" y="1666124"/>
            <a:ext cx="5452533" cy="3306249"/>
          </a:xfrm>
          <a:prstGeom prst="rect">
            <a:avLst/>
          </a:prstGeom>
          <a:noFill/>
          <a:ln>
            <a:noFill/>
          </a:ln>
          <a:effectLst>
            <a:outerShdw blurRad="50800">
              <a:srgbClr val="000000">
                <a:alpha val="60000"/>
              </a:srgbClr>
            </a:outerShdw>
          </a:effectLst>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rgbClr val="FEFEFE"/>
              </a:buClr>
              <a:buSzPts val="4400"/>
              <a:buFont typeface="Century Gothic"/>
              <a:buNone/>
            </a:pPr>
            <a:r>
              <a:rPr lang="fr-FR" sz="4400"/>
              <a:t>Étude sur l’alimentation dans le monde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2"/>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FEFEFE"/>
              </a:buClr>
              <a:buSzPts val="4000"/>
              <a:buFont typeface="Century Gothic"/>
              <a:buNone/>
            </a:pPr>
            <a:r>
              <a:rPr lang="fr-FR" sz="3200"/>
              <a:t>Contexte et spécification des données</a:t>
            </a:r>
            <a:endParaRPr sz="3200"/>
          </a:p>
        </p:txBody>
      </p:sp>
      <p:sp>
        <p:nvSpPr>
          <p:cNvPr id="131" name="Google Shape;131;p2"/>
          <p:cNvSpPr txBox="1">
            <a:spLocks noGrp="1"/>
          </p:cNvSpPr>
          <p:nvPr>
            <p:ph type="body" idx="1"/>
          </p:nvPr>
        </p:nvSpPr>
        <p:spPr>
          <a:xfrm>
            <a:off x="812254" y="2519338"/>
            <a:ext cx="10554574" cy="3636511"/>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rmAutofit/>
          </a:bodyPr>
          <a:lstStyle/>
          <a:p>
            <a:pPr marL="114300" indent="0">
              <a:spcBef>
                <a:spcPts val="0"/>
              </a:spcBef>
              <a:buNone/>
            </a:pPr>
            <a:r>
              <a:rPr lang="fr-FR" dirty="0"/>
              <a:t>Analyse des données issues de la FAO (Food and Agriculture </a:t>
            </a:r>
            <a:r>
              <a:rPr lang="fr-FR" dirty="0" err="1"/>
              <a:t>Organization</a:t>
            </a:r>
            <a:r>
              <a:rPr lang="fr-FR" dirty="0"/>
              <a:t>) sur l'alimentation et la sous-nutrition dans le monde. La FAO est une organisation des Nations Unies.</a:t>
            </a:r>
          </a:p>
          <a:p>
            <a:pPr marL="114300" indent="0">
              <a:spcBef>
                <a:spcPts val="0"/>
              </a:spcBef>
              <a:buNone/>
            </a:pPr>
            <a:endParaRPr lang="fr-FR" dirty="0"/>
          </a:p>
          <a:p>
            <a:pPr marL="114300" indent="0">
              <a:spcBef>
                <a:spcPts val="0"/>
              </a:spcBef>
              <a:buNone/>
            </a:pPr>
            <a:r>
              <a:rPr lang="fr-FR" dirty="0"/>
              <a:t>Pour ce faire, 4 fichiers de données ont été fournis : </a:t>
            </a:r>
          </a:p>
          <a:p>
            <a:pPr marL="400050" indent="-285750">
              <a:spcBef>
                <a:spcPts val="0"/>
              </a:spcBef>
              <a:buFont typeface="Calibri"/>
              <a:buChar char="-"/>
            </a:pPr>
            <a:r>
              <a:rPr lang="fr-FR" dirty="0"/>
              <a:t>Un fichier sur la population par pays,</a:t>
            </a:r>
          </a:p>
          <a:p>
            <a:pPr marL="400050" indent="-285750">
              <a:spcBef>
                <a:spcPts val="0"/>
              </a:spcBef>
              <a:buFont typeface="Calibri"/>
              <a:buChar char="-"/>
            </a:pPr>
            <a:r>
              <a:rPr lang="fr-FR" dirty="0"/>
              <a:t>Un fichier sur la disponibilité alimentaire,</a:t>
            </a:r>
          </a:p>
          <a:p>
            <a:pPr marL="400050" indent="-285750">
              <a:spcBef>
                <a:spcPts val="0"/>
              </a:spcBef>
              <a:buFont typeface="Calibri"/>
              <a:buChar char="-"/>
            </a:pPr>
            <a:r>
              <a:rPr lang="fr-FR" dirty="0"/>
              <a:t>Un fichier sur la sous-nutrition,</a:t>
            </a:r>
          </a:p>
          <a:p>
            <a:pPr marL="400050" indent="-285750">
              <a:spcBef>
                <a:spcPts val="0"/>
              </a:spcBef>
              <a:buFont typeface="Calibri"/>
              <a:buChar char="-"/>
            </a:pPr>
            <a:r>
              <a:rPr lang="fr-FR" dirty="0"/>
              <a:t>Un fichier sur l'aide alimentaire.</a:t>
            </a:r>
          </a:p>
          <a:p>
            <a:pPr marL="400050" indent="-285750">
              <a:spcBef>
                <a:spcPts val="0"/>
              </a:spcBef>
              <a:buFont typeface="Calibri"/>
              <a:buChar char="-"/>
            </a:pPr>
            <a:endParaRPr lang="fr-FR" dirty="0"/>
          </a:p>
          <a:p>
            <a:pPr marL="114300" indent="0">
              <a:spcBef>
                <a:spcPts val="0"/>
              </a:spcBef>
              <a:buNone/>
            </a:pPr>
            <a:r>
              <a:rPr lang="fr-FR" dirty="0"/>
              <a:t>Le but est d'étudier quels sont les pays les plus en difficulté et de tracer l'évolution de l'aide alimentaire sur une période allant de 2013 à 2017.</a:t>
            </a:r>
          </a:p>
          <a:p>
            <a:pPr marL="400050" indent="-285750">
              <a:spcBef>
                <a:spcPts val="0"/>
              </a:spcBef>
              <a:buFont typeface="Calibri"/>
              <a:buChar char="-"/>
            </a:pPr>
            <a:endParaRPr lang="fr-FR" dirty="0"/>
          </a:p>
          <a:p>
            <a:pPr marL="342900" indent="-228600">
              <a:spcBef>
                <a:spcPts val="0"/>
              </a:spcBef>
              <a:buNone/>
            </a:pPr>
            <a:endParaRPr lang="fr-FR" dirty="0"/>
          </a:p>
          <a:p>
            <a:pPr marL="342900" indent="-228600">
              <a:spcBef>
                <a:spcPts val="0"/>
              </a:spcBef>
              <a:buNone/>
            </a:pPr>
            <a:endParaRPr lang="fr-FR" dirty="0"/>
          </a:p>
          <a:p>
            <a:pPr marL="342900" indent="-228600">
              <a:spcBef>
                <a:spcPts val="0"/>
              </a:spcBef>
              <a:buNone/>
            </a:pPr>
            <a:endParaRPr lang="fr-F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3"/>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FEFEFE"/>
              </a:buClr>
              <a:buSzPts val="4000"/>
              <a:buFont typeface="Century Gothic"/>
              <a:buNone/>
            </a:pPr>
            <a:r>
              <a:rPr lang="fr-FR" sz="3200"/>
              <a:t>Méthodologie de l’analyse</a:t>
            </a:r>
            <a:endParaRPr sz="3200"/>
          </a:p>
        </p:txBody>
      </p:sp>
      <p:sp>
        <p:nvSpPr>
          <p:cNvPr id="3" name="Espace réservé du texte 2">
            <a:extLst>
              <a:ext uri="{FF2B5EF4-FFF2-40B4-BE49-F238E27FC236}">
                <a16:creationId xmlns:a16="http://schemas.microsoft.com/office/drawing/2014/main" id="{B25640BE-A931-1D63-2698-43EDF6F12BE7}"/>
              </a:ext>
            </a:extLst>
          </p:cNvPr>
          <p:cNvSpPr>
            <a:spLocks noGrp="1"/>
          </p:cNvSpPr>
          <p:nvPr>
            <p:ph type="body" idx="1"/>
          </p:nvPr>
        </p:nvSpPr>
        <p:spPr>
          <a:xfrm>
            <a:off x="812255" y="2222287"/>
            <a:ext cx="10573946" cy="4237070"/>
          </a:xfrm>
        </p:spPr>
        <p:txBody>
          <a:bodyPr>
            <a:normAutofit/>
          </a:bodyPr>
          <a:lstStyle/>
          <a:p>
            <a:pPr marL="114300" indent="0">
              <a:buNone/>
            </a:pPr>
            <a:r>
              <a:rPr lang="fr-FR" dirty="0"/>
              <a:t>J'ai effectué mon analyse à partir des quatre fichiers sous format CSV (Excel) cités précédemment. J'ai ensuite utilisé le langage Python/Pandas avec le notebook </a:t>
            </a:r>
            <a:r>
              <a:rPr lang="fr-FR" dirty="0" err="1"/>
              <a:t>Jupyter</a:t>
            </a:r>
            <a:r>
              <a:rPr lang="fr-FR" dirty="0"/>
              <a:t> afin d'extraire les données. Les données ont ensuite été traitées dans le cadre de mon rapport sur l'alimentation. </a:t>
            </a:r>
            <a:endParaRPr lang="fr-FR" dirty="0">
              <a:solidFill>
                <a:srgbClr val="000000"/>
              </a:solidFill>
            </a:endParaRPr>
          </a:p>
          <a:p>
            <a:pPr marL="114300" indent="0">
              <a:buNone/>
            </a:pPr>
            <a:endParaRPr lang="fr-FR" dirty="0"/>
          </a:p>
          <a:p>
            <a:pPr marL="114300" indent="0">
              <a:buNone/>
            </a:pPr>
            <a:r>
              <a:rPr lang="fr-FR" dirty="0"/>
              <a:t>De nombreux éléments ont été pris en compte tels que la sous-nutrition, l'aide alimentaire, ou encore la production des différents produits en vue de l'alimentation humaine ou animale, de leur exportation ou importation, ou encore de leur perte.</a:t>
            </a:r>
          </a:p>
          <a:p>
            <a:pPr marL="114300" indent="0">
              <a:buNone/>
            </a:pPr>
            <a:endParaRPr lang="fr-FR" dirty="0"/>
          </a:p>
          <a:p>
            <a:pPr marL="114300" indent="0">
              <a:buNone/>
            </a:pPr>
            <a:r>
              <a:rPr lang="fr-FR" dirty="0"/>
              <a:t>Le RGPD ne s'applique pas dans cette étude, les données utilisées étant des données statistiques relatives à des pays et non pas à des individus. Aucune donnée personnelle n'est présente dans les fichiers traités.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4"/>
          <p:cNvSpPr txBox="1">
            <a:spLocks noGrp="1"/>
          </p:cNvSpPr>
          <p:nvPr>
            <p:ph type="title"/>
          </p:nvPr>
        </p:nvSpPr>
        <p:spPr>
          <a:xfrm>
            <a:off x="810000" y="447188"/>
            <a:ext cx="10572000" cy="97050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FEFEFE"/>
              </a:buClr>
              <a:buSzPts val="3200"/>
              <a:buFont typeface="Century Gothic"/>
              <a:buNone/>
            </a:pPr>
            <a:r>
              <a:rPr lang="fr-FR" sz="3200"/>
              <a:t>1) Proportion de personnes en état de sous-nutrition en 2017</a:t>
            </a:r>
            <a:endParaRPr sz="3200"/>
          </a:p>
        </p:txBody>
      </p:sp>
      <p:sp>
        <p:nvSpPr>
          <p:cNvPr id="146" name="Google Shape;146;p4"/>
          <p:cNvSpPr txBox="1">
            <a:spLocks noGrp="1"/>
          </p:cNvSpPr>
          <p:nvPr>
            <p:ph type="body" idx="1"/>
          </p:nvPr>
        </p:nvSpPr>
        <p:spPr>
          <a:xfrm>
            <a:off x="1942339" y="4444676"/>
            <a:ext cx="7467828" cy="2289764"/>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p>
            <a:pPr marL="0" indent="0">
              <a:spcBef>
                <a:spcPts val="0"/>
              </a:spcBef>
              <a:buNone/>
            </a:pPr>
            <a:r>
              <a:rPr lang="fr-FR" i="1" dirty="0">
                <a:solidFill>
                  <a:schemeClr val="bg1"/>
                </a:solidFill>
              </a:rPr>
              <a:t>La sous-nutrition est la condition dans laquelle une personne a, de façon habituelle, une consommation alimentaire insuffisante pour fournir les niveaux d’énergie nécessaires au maintien d’une vie normale, saine et active, compte tenu de ses propres besoins énergétiques alimentaires.</a:t>
            </a:r>
            <a:r>
              <a:rPr lang="fr-FR" dirty="0">
                <a:solidFill>
                  <a:schemeClr val="bg1"/>
                </a:solidFill>
              </a:rPr>
              <a:t> (FAO)</a:t>
            </a:r>
          </a:p>
          <a:p>
            <a:pPr marL="0" indent="0">
              <a:spcBef>
                <a:spcPts val="0"/>
              </a:spcBef>
              <a:buNone/>
            </a:pPr>
            <a:endParaRPr lang="fr-FR" dirty="0">
              <a:solidFill>
                <a:schemeClr val="bg1"/>
              </a:solidFill>
            </a:endParaRPr>
          </a:p>
          <a:p>
            <a:pPr marL="0" indent="0">
              <a:spcBef>
                <a:spcPts val="0"/>
              </a:spcBef>
              <a:buNone/>
            </a:pPr>
            <a:r>
              <a:rPr lang="fr-FR" b="1" dirty="0">
                <a:solidFill>
                  <a:srgbClr val="FF0000"/>
                </a:solidFill>
              </a:rPr>
              <a:t>7.1% de la population mondiale</a:t>
            </a:r>
            <a:r>
              <a:rPr lang="fr-FR" dirty="0"/>
              <a:t> est en état de sous-nutrition en 2017, soit plus de 535 millions de personnes.</a:t>
            </a:r>
            <a:endParaRPr lang="fr-FR"/>
          </a:p>
          <a:p>
            <a:pPr marL="0" indent="0">
              <a:spcBef>
                <a:spcPts val="0"/>
              </a:spcBef>
              <a:buNone/>
            </a:pPr>
            <a:endParaRPr lang="fr-FR" dirty="0"/>
          </a:p>
          <a:p>
            <a:pPr marL="0" indent="0">
              <a:spcBef>
                <a:spcPts val="0"/>
              </a:spcBef>
              <a:buNone/>
            </a:pPr>
            <a:endParaRPr lang="fr-FR" dirty="0"/>
          </a:p>
        </p:txBody>
      </p:sp>
      <p:pic>
        <p:nvPicPr>
          <p:cNvPr id="3" name="Image 2" descr="Une image contenant texte, capture d’écran, Police&#10;&#10;Le contenu généré par l’IA peut être incorrect.">
            <a:extLst>
              <a:ext uri="{FF2B5EF4-FFF2-40B4-BE49-F238E27FC236}">
                <a16:creationId xmlns:a16="http://schemas.microsoft.com/office/drawing/2014/main" id="{B28E39B6-41F6-622A-1A0F-149DFABFE4AF}"/>
              </a:ext>
            </a:extLst>
          </p:cNvPr>
          <p:cNvPicPr>
            <a:picLocks noChangeAspect="1"/>
          </p:cNvPicPr>
          <p:nvPr/>
        </p:nvPicPr>
        <p:blipFill>
          <a:blip r:embed="rId3"/>
          <a:stretch>
            <a:fillRect/>
          </a:stretch>
        </p:blipFill>
        <p:spPr>
          <a:xfrm>
            <a:off x="1399529" y="1888128"/>
            <a:ext cx="8553450" cy="200977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5"/>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FEFEFE"/>
              </a:buClr>
              <a:buSzPts val="3200"/>
              <a:buFont typeface="Century Gothic"/>
              <a:buNone/>
            </a:pPr>
            <a:r>
              <a:rPr lang="fr-FR" sz="3200"/>
              <a:t>2) Nombre théorique de personnes qui pourraient être nourries en 2017</a:t>
            </a:r>
            <a:endParaRPr sz="3200"/>
          </a:p>
        </p:txBody>
      </p:sp>
      <p:sp>
        <p:nvSpPr>
          <p:cNvPr id="153" name="Google Shape;153;p5"/>
          <p:cNvSpPr txBox="1">
            <a:spLocks noGrp="1"/>
          </p:cNvSpPr>
          <p:nvPr>
            <p:ph type="body" idx="1"/>
          </p:nvPr>
        </p:nvSpPr>
        <p:spPr>
          <a:xfrm>
            <a:off x="7980220" y="2783316"/>
            <a:ext cx="3683659" cy="3636511"/>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lnSpcReduction="10000"/>
          </a:bodyPr>
          <a:lstStyle/>
          <a:p>
            <a:pPr marL="0" indent="0">
              <a:spcBef>
                <a:spcPts val="0"/>
              </a:spcBef>
              <a:buNone/>
            </a:pPr>
            <a:r>
              <a:rPr lang="fr-FR" dirty="0"/>
              <a:t>On considère qu'une personne, pour être bien nourrie, doit consommer </a:t>
            </a:r>
            <a:r>
              <a:rPr lang="fr-FR" b="1" dirty="0">
                <a:solidFill>
                  <a:schemeClr val="accent6"/>
                </a:solidFill>
              </a:rPr>
              <a:t>2500 kcal par jour</a:t>
            </a:r>
            <a:r>
              <a:rPr lang="fr-FR" dirty="0"/>
              <a:t>.</a:t>
            </a:r>
          </a:p>
          <a:p>
            <a:pPr marL="0" indent="0">
              <a:spcBef>
                <a:spcPts val="0"/>
              </a:spcBef>
              <a:buNone/>
            </a:pPr>
            <a:endParaRPr lang="fr-FR" dirty="0"/>
          </a:p>
          <a:p>
            <a:pPr marL="0" indent="0">
              <a:spcBef>
                <a:spcPts val="0"/>
              </a:spcBef>
              <a:buNone/>
            </a:pPr>
            <a:r>
              <a:rPr lang="fr-FR" dirty="0"/>
              <a:t>Cela est basé sur une étude de Jean-Paul Charvet sur la ration alimentaire.</a:t>
            </a:r>
          </a:p>
          <a:p>
            <a:pPr marL="0" indent="0">
              <a:spcBef>
                <a:spcPts val="0"/>
              </a:spcBef>
              <a:buNone/>
            </a:pPr>
            <a:endParaRPr lang="fr-FR" dirty="0"/>
          </a:p>
          <a:p>
            <a:pPr marL="0" indent="0">
              <a:spcBef>
                <a:spcPts val="0"/>
              </a:spcBef>
              <a:buNone/>
            </a:pPr>
            <a:r>
              <a:rPr lang="fr-FR" dirty="0"/>
              <a:t>Si l'on prend en compte la disponibilité alimentaire de chaque pays, alors </a:t>
            </a:r>
            <a:r>
              <a:rPr lang="fr-FR" b="1" dirty="0">
                <a:solidFill>
                  <a:schemeClr val="accent6"/>
                </a:solidFill>
              </a:rPr>
              <a:t>plus de 8,3 milliards</a:t>
            </a:r>
            <a:r>
              <a:rPr lang="fr-FR" dirty="0"/>
              <a:t> de personnes pourraient être nourries chaque jour en 2017.</a:t>
            </a:r>
          </a:p>
          <a:p>
            <a:pPr marL="0" indent="0">
              <a:spcBef>
                <a:spcPts val="0"/>
              </a:spcBef>
              <a:buNone/>
            </a:pPr>
            <a:endParaRPr lang="fr-FR" dirty="0"/>
          </a:p>
        </p:txBody>
      </p:sp>
      <p:pic>
        <p:nvPicPr>
          <p:cNvPr id="2" name="Image 1" descr="Une image contenant texte, Police, capture d’écran, ligne&#10;&#10;Le contenu généré par l’IA peut être incorrect.">
            <a:extLst>
              <a:ext uri="{FF2B5EF4-FFF2-40B4-BE49-F238E27FC236}">
                <a16:creationId xmlns:a16="http://schemas.microsoft.com/office/drawing/2014/main" id="{FD2B42BA-0E7C-A938-1B42-F5B67614C2A9}"/>
              </a:ext>
            </a:extLst>
          </p:cNvPr>
          <p:cNvPicPr>
            <a:picLocks noChangeAspect="1"/>
          </p:cNvPicPr>
          <p:nvPr/>
        </p:nvPicPr>
        <p:blipFill>
          <a:blip r:embed="rId3"/>
          <a:stretch>
            <a:fillRect/>
          </a:stretch>
        </p:blipFill>
        <p:spPr>
          <a:xfrm>
            <a:off x="-323" y="1909197"/>
            <a:ext cx="10629900" cy="495300"/>
          </a:xfrm>
          <a:prstGeom prst="rect">
            <a:avLst/>
          </a:prstGeom>
        </p:spPr>
      </p:pic>
      <p:pic>
        <p:nvPicPr>
          <p:cNvPr id="3" name="Image 2" descr="Une image contenant texte, capture d’écran, Police, logiciel&#10;&#10;Le contenu généré par l’IA peut être incorrect.">
            <a:extLst>
              <a:ext uri="{FF2B5EF4-FFF2-40B4-BE49-F238E27FC236}">
                <a16:creationId xmlns:a16="http://schemas.microsoft.com/office/drawing/2014/main" id="{1D95542A-CFE9-EE3A-9CE6-E31D329876E9}"/>
              </a:ext>
            </a:extLst>
          </p:cNvPr>
          <p:cNvPicPr>
            <a:picLocks noChangeAspect="1"/>
          </p:cNvPicPr>
          <p:nvPr/>
        </p:nvPicPr>
        <p:blipFill>
          <a:blip r:embed="rId4"/>
          <a:stretch>
            <a:fillRect/>
          </a:stretch>
        </p:blipFill>
        <p:spPr>
          <a:xfrm>
            <a:off x="1372" y="2399089"/>
            <a:ext cx="7591425" cy="3248025"/>
          </a:xfrm>
          <a:prstGeom prst="rect">
            <a:avLst/>
          </a:prstGeom>
        </p:spPr>
      </p:pic>
      <p:pic>
        <p:nvPicPr>
          <p:cNvPr id="5" name="Image 4" descr="Une image contenant texte, Police, ligne, capture d’écran&#10;&#10;Le contenu généré par l’IA peut être incorrect.">
            <a:extLst>
              <a:ext uri="{FF2B5EF4-FFF2-40B4-BE49-F238E27FC236}">
                <a16:creationId xmlns:a16="http://schemas.microsoft.com/office/drawing/2014/main" id="{6748136B-925A-FBBA-282F-7B1B01DDB030}"/>
              </a:ext>
            </a:extLst>
          </p:cNvPr>
          <p:cNvPicPr>
            <a:picLocks noChangeAspect="1"/>
          </p:cNvPicPr>
          <p:nvPr/>
        </p:nvPicPr>
        <p:blipFill>
          <a:blip r:embed="rId5"/>
          <a:stretch>
            <a:fillRect/>
          </a:stretch>
        </p:blipFill>
        <p:spPr>
          <a:xfrm>
            <a:off x="-727" y="5642432"/>
            <a:ext cx="6962775" cy="115252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6"/>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FEFEFE"/>
              </a:buClr>
              <a:buSzPts val="3200"/>
              <a:buFont typeface="Century Gothic"/>
              <a:buNone/>
            </a:pPr>
            <a:r>
              <a:rPr lang="fr-FR" sz="3200"/>
              <a:t>3) Nombre théorique de personnes qui pourraient être nourries uniquement avec les végétaux en 2017</a:t>
            </a:r>
            <a:endParaRPr/>
          </a:p>
        </p:txBody>
      </p:sp>
      <p:sp>
        <p:nvSpPr>
          <p:cNvPr id="160" name="Google Shape;160;p6"/>
          <p:cNvSpPr txBox="1">
            <a:spLocks noGrp="1"/>
          </p:cNvSpPr>
          <p:nvPr>
            <p:ph type="body" idx="1"/>
          </p:nvPr>
        </p:nvSpPr>
        <p:spPr>
          <a:xfrm>
            <a:off x="9149050" y="2222287"/>
            <a:ext cx="3250998" cy="3636511"/>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p>
            <a:pPr marL="0" indent="0">
              <a:spcBef>
                <a:spcPts val="0"/>
              </a:spcBef>
              <a:buNone/>
            </a:pPr>
            <a:r>
              <a:rPr lang="fr-FR" dirty="0"/>
              <a:t>Près de </a:t>
            </a:r>
            <a:r>
              <a:rPr lang="fr-FR" b="1" dirty="0">
                <a:solidFill>
                  <a:srgbClr val="FF0000"/>
                </a:solidFill>
              </a:rPr>
              <a:t>7 milliards de personnes</a:t>
            </a:r>
            <a:r>
              <a:rPr lang="fr-FR" dirty="0"/>
              <a:t> pourraient être nourries en 2017 avec les seuls produits végétaux.</a:t>
            </a:r>
          </a:p>
          <a:p>
            <a:pPr marL="0" indent="0">
              <a:spcBef>
                <a:spcPts val="0"/>
              </a:spcBef>
              <a:buNone/>
            </a:pPr>
            <a:endParaRPr lang="fr-FR" dirty="0"/>
          </a:p>
          <a:p>
            <a:pPr marL="0" indent="0">
              <a:spcBef>
                <a:spcPts val="0"/>
              </a:spcBef>
              <a:buNone/>
            </a:pPr>
            <a:r>
              <a:rPr lang="fr-FR" dirty="0"/>
              <a:t>Pour rappel, la population mondiale en 2017 était de 7.5 milliards d'individus.</a:t>
            </a:r>
          </a:p>
        </p:txBody>
      </p:sp>
      <p:pic>
        <p:nvPicPr>
          <p:cNvPr id="3" name="Image 2" descr="Une image contenant texte, capture d’écran, Police, nombre&#10;&#10;Le contenu généré par l’IA peut être incorrect.">
            <a:extLst>
              <a:ext uri="{FF2B5EF4-FFF2-40B4-BE49-F238E27FC236}">
                <a16:creationId xmlns:a16="http://schemas.microsoft.com/office/drawing/2014/main" id="{279A779B-9DF8-C1EE-40B4-571430D00D6B}"/>
              </a:ext>
            </a:extLst>
          </p:cNvPr>
          <p:cNvPicPr>
            <a:picLocks noChangeAspect="1"/>
          </p:cNvPicPr>
          <p:nvPr/>
        </p:nvPicPr>
        <p:blipFill>
          <a:blip r:embed="rId3"/>
          <a:stretch>
            <a:fillRect/>
          </a:stretch>
        </p:blipFill>
        <p:spPr>
          <a:xfrm>
            <a:off x="646" y="1897331"/>
            <a:ext cx="9149167" cy="496188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7"/>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FEFEFE"/>
              </a:buClr>
              <a:buSzPts val="3200"/>
              <a:buFont typeface="Century Gothic"/>
              <a:buNone/>
            </a:pPr>
            <a:r>
              <a:rPr lang="fr-FR" sz="3200"/>
              <a:t>4) Répartition de la disponibilité intérieure</a:t>
            </a:r>
            <a:endParaRPr/>
          </a:p>
        </p:txBody>
      </p:sp>
      <p:sp>
        <p:nvSpPr>
          <p:cNvPr id="167" name="Google Shape;167;p7"/>
          <p:cNvSpPr txBox="1">
            <a:spLocks noGrp="1"/>
          </p:cNvSpPr>
          <p:nvPr>
            <p:ph type="body" idx="1"/>
          </p:nvPr>
        </p:nvSpPr>
        <p:spPr>
          <a:xfrm>
            <a:off x="6352898" y="2215829"/>
            <a:ext cx="5840505" cy="4248959"/>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p>
            <a:pPr marL="0" indent="0">
              <a:spcBef>
                <a:spcPts val="0"/>
              </a:spcBef>
              <a:buNone/>
            </a:pPr>
            <a:r>
              <a:rPr lang="fr-FR" dirty="0"/>
              <a:t>La disponibilité intérieure correspond à la quantité d’un produit alimentaire disponible pour l’utilisation intérieure. Elle se calcule selon cette équation : </a:t>
            </a:r>
            <a:endParaRPr lang="fr-FR"/>
          </a:p>
          <a:p>
            <a:pPr marL="0" indent="0">
              <a:spcBef>
                <a:spcPts val="0"/>
              </a:spcBef>
              <a:buNone/>
            </a:pPr>
            <a:endParaRPr lang="fr-FR" dirty="0"/>
          </a:p>
          <a:p>
            <a:pPr marL="0" indent="0">
              <a:spcBef>
                <a:spcPts val="0"/>
              </a:spcBef>
              <a:buNone/>
            </a:pPr>
            <a:r>
              <a:rPr lang="en-US" sz="1400" b="1" dirty="0">
                <a:solidFill>
                  <a:srgbClr val="FF0000"/>
                </a:solidFill>
              </a:rPr>
              <a:t>Production + Importations − Exportations ± Variation des stocks</a:t>
            </a:r>
          </a:p>
          <a:p>
            <a:pPr marL="0" indent="0">
              <a:spcBef>
                <a:spcPts val="0"/>
              </a:spcBef>
              <a:buNone/>
            </a:pPr>
            <a:endParaRPr lang="en-US" dirty="0"/>
          </a:p>
          <a:p>
            <a:pPr marL="0" indent="0">
              <a:spcBef>
                <a:spcPts val="0"/>
              </a:spcBef>
              <a:buNone/>
            </a:pPr>
            <a:r>
              <a:rPr lang="en-US" dirty="0"/>
              <a:t>On remarque </a:t>
            </a:r>
            <a:r>
              <a:rPr lang="en-US" dirty="0" err="1"/>
              <a:t>que</a:t>
            </a:r>
            <a:r>
              <a:rPr lang="en-US" dirty="0"/>
              <a:t> près de la </a:t>
            </a:r>
            <a:r>
              <a:rPr lang="en-US" dirty="0" err="1"/>
              <a:t>moitié</a:t>
            </a:r>
            <a:r>
              <a:rPr lang="en-US" dirty="0"/>
              <a:t> de la </a:t>
            </a:r>
            <a:r>
              <a:rPr lang="en-US" dirty="0" err="1"/>
              <a:t>disponibilité</a:t>
            </a:r>
            <a:r>
              <a:rPr lang="en-US" dirty="0"/>
              <a:t> </a:t>
            </a:r>
            <a:r>
              <a:rPr lang="en-US" dirty="0" err="1"/>
              <a:t>intérieure</a:t>
            </a:r>
            <a:r>
              <a:rPr lang="en-US" dirty="0"/>
              <a:t> à travers le monde est </a:t>
            </a:r>
            <a:r>
              <a:rPr lang="en-US" dirty="0" err="1"/>
              <a:t>utilisée</a:t>
            </a:r>
            <a:r>
              <a:rPr lang="en-US" dirty="0"/>
              <a:t> pour la </a:t>
            </a:r>
            <a:r>
              <a:rPr lang="en-US" dirty="0" err="1"/>
              <a:t>nourriture</a:t>
            </a:r>
            <a:r>
              <a:rPr lang="en-US" dirty="0"/>
              <a:t> humaine, et 13.2% pour la </a:t>
            </a:r>
            <a:r>
              <a:rPr lang="en-US" dirty="0" err="1"/>
              <a:t>nourriture</a:t>
            </a:r>
            <a:r>
              <a:rPr lang="en-US" dirty="0"/>
              <a:t> </a:t>
            </a:r>
            <a:r>
              <a:rPr lang="en-US" dirty="0" err="1"/>
              <a:t>animale</a:t>
            </a:r>
            <a:r>
              <a:rPr lang="en-US" dirty="0"/>
              <a:t>.</a:t>
            </a:r>
          </a:p>
        </p:txBody>
      </p:sp>
      <p:pic>
        <p:nvPicPr>
          <p:cNvPr id="3" name="Image 2" descr="Une image contenant texte, diagramme, capture d’écran, cercle&#10;&#10;Le contenu généré par l’IA peut être incorrect.">
            <a:extLst>
              <a:ext uri="{FF2B5EF4-FFF2-40B4-BE49-F238E27FC236}">
                <a16:creationId xmlns:a16="http://schemas.microsoft.com/office/drawing/2014/main" id="{07043F58-8B73-1ECB-901B-4F4C90524B57}"/>
              </a:ext>
            </a:extLst>
          </p:cNvPr>
          <p:cNvPicPr>
            <a:picLocks noChangeAspect="1"/>
          </p:cNvPicPr>
          <p:nvPr/>
        </p:nvPicPr>
        <p:blipFill>
          <a:blip r:embed="rId3"/>
          <a:stretch>
            <a:fillRect/>
          </a:stretch>
        </p:blipFill>
        <p:spPr>
          <a:xfrm>
            <a:off x="9166" y="1907708"/>
            <a:ext cx="6228221" cy="495606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8"/>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FEFEFE"/>
              </a:buClr>
              <a:buSzPts val="3200"/>
              <a:buFont typeface="Century Gothic"/>
              <a:buNone/>
            </a:pPr>
            <a:r>
              <a:rPr lang="fr-FR" sz="3200"/>
              <a:t>5) Part de l’utilisation des principales céréales entre l’alimentation humaine et animale</a:t>
            </a:r>
            <a:endParaRPr/>
          </a:p>
        </p:txBody>
      </p:sp>
      <p:pic>
        <p:nvPicPr>
          <p:cNvPr id="5" name="Image 4" descr="Une image contenant texte, capture d’écran, diagramme, ligne&#10;&#10;Le contenu généré par l’IA peut être incorrect.">
            <a:extLst>
              <a:ext uri="{FF2B5EF4-FFF2-40B4-BE49-F238E27FC236}">
                <a16:creationId xmlns:a16="http://schemas.microsoft.com/office/drawing/2014/main" id="{913437AA-52EE-28E0-1916-D9FAFCB99770}"/>
              </a:ext>
            </a:extLst>
          </p:cNvPr>
          <p:cNvPicPr>
            <a:picLocks noChangeAspect="1"/>
          </p:cNvPicPr>
          <p:nvPr/>
        </p:nvPicPr>
        <p:blipFill>
          <a:blip r:embed="rId3"/>
          <a:stretch>
            <a:fillRect/>
          </a:stretch>
        </p:blipFill>
        <p:spPr>
          <a:xfrm>
            <a:off x="90650" y="2553345"/>
            <a:ext cx="5998652" cy="3481954"/>
          </a:xfrm>
          <a:prstGeom prst="rect">
            <a:avLst/>
          </a:prstGeom>
        </p:spPr>
      </p:pic>
      <p:pic>
        <p:nvPicPr>
          <p:cNvPr id="6" name="Image 5" descr="Une image contenant texte, capture d’écran, diagramme, ligne&#10;&#10;Le contenu généré par l’IA peut être incorrect.">
            <a:extLst>
              <a:ext uri="{FF2B5EF4-FFF2-40B4-BE49-F238E27FC236}">
                <a16:creationId xmlns:a16="http://schemas.microsoft.com/office/drawing/2014/main" id="{B00BE6BC-9DD5-A5B9-82A3-22DC07666F40}"/>
              </a:ext>
            </a:extLst>
          </p:cNvPr>
          <p:cNvPicPr>
            <a:picLocks noChangeAspect="1"/>
          </p:cNvPicPr>
          <p:nvPr/>
        </p:nvPicPr>
        <p:blipFill>
          <a:blip r:embed="rId4"/>
          <a:stretch>
            <a:fillRect/>
          </a:stretch>
        </p:blipFill>
        <p:spPr>
          <a:xfrm>
            <a:off x="6089057" y="2572074"/>
            <a:ext cx="6000104" cy="348324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9"/>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FEFEFE"/>
              </a:buClr>
              <a:buSzPts val="3200"/>
              <a:buFont typeface="Century Gothic"/>
              <a:buNone/>
            </a:pPr>
            <a:r>
              <a:rPr lang="fr-FR" sz="3200"/>
              <a:t>6) Liste des 10 pays où la proportion de personnes en état de sous-nutrition est la plus forte en </a:t>
            </a:r>
            <a:r>
              <a:rPr lang="fr-FR" sz="3200">
                <a:solidFill>
                  <a:schemeClr val="lt1"/>
                </a:solidFill>
              </a:rPr>
              <a:t>2017</a:t>
            </a:r>
            <a:endParaRPr/>
          </a:p>
        </p:txBody>
      </p:sp>
      <p:sp>
        <p:nvSpPr>
          <p:cNvPr id="182" name="Google Shape;182;p9"/>
          <p:cNvSpPr txBox="1">
            <a:spLocks noGrp="1"/>
          </p:cNvSpPr>
          <p:nvPr>
            <p:ph type="body" idx="1"/>
          </p:nvPr>
        </p:nvSpPr>
        <p:spPr>
          <a:xfrm>
            <a:off x="7384127" y="1954870"/>
            <a:ext cx="4757615" cy="4820911"/>
          </a:xfrm>
          <a:prstGeom prst="rect">
            <a:avLst/>
          </a:prstGeom>
          <a:solidFill>
            <a:schemeClr val="tx1"/>
          </a:solidFill>
          <a:ln>
            <a:solidFill>
              <a:schemeClr val="bg1"/>
            </a:solidFill>
          </a:ln>
          <a:effectLst>
            <a:outerShdw blurRad="50800">
              <a:srgbClr val="000000">
                <a:alpha val="40000"/>
              </a:srgbClr>
            </a:outerShdw>
          </a:effectLst>
        </p:spPr>
        <p:txBody>
          <a:bodyPr spcFirstLastPara="1" wrap="square" lIns="91425" tIns="45700" rIns="91425" bIns="45700" anchor="ctr" anchorCtr="0">
            <a:normAutofit/>
          </a:bodyPr>
          <a:lstStyle/>
          <a:p>
            <a:pPr marL="0" indent="0">
              <a:spcBef>
                <a:spcPts val="0"/>
              </a:spcBef>
              <a:buNone/>
            </a:pPr>
            <a:r>
              <a:rPr lang="fr-FR" dirty="0"/>
              <a:t>Le pays souffrant le plus de la sous-nutrition est </a:t>
            </a:r>
            <a:r>
              <a:rPr lang="fr-FR" b="1" dirty="0">
                <a:solidFill>
                  <a:srgbClr val="FF0000"/>
                </a:solidFill>
              </a:rPr>
              <a:t>Haïti</a:t>
            </a:r>
            <a:r>
              <a:rPr lang="fr-FR" dirty="0"/>
              <a:t>, suivi de près par la </a:t>
            </a:r>
            <a:r>
              <a:rPr lang="fr-FR" b="1" dirty="0">
                <a:solidFill>
                  <a:srgbClr val="FF0000"/>
                </a:solidFill>
              </a:rPr>
              <a:t>Corée du Nord</a:t>
            </a:r>
            <a:r>
              <a:rPr lang="fr-FR" dirty="0"/>
              <a:t>, avec respectivement 48.26% et 47.19% de leur population en état de sous-nutrition.</a:t>
            </a:r>
          </a:p>
          <a:p>
            <a:pPr marL="0" indent="0">
              <a:spcBef>
                <a:spcPts val="0"/>
              </a:spcBef>
              <a:buNone/>
            </a:pPr>
            <a:endParaRPr lang="fr-FR" dirty="0"/>
          </a:p>
          <a:p>
            <a:pPr marL="0" indent="0">
              <a:spcBef>
                <a:spcPts val="0"/>
              </a:spcBef>
              <a:buNone/>
            </a:pPr>
            <a:r>
              <a:rPr lang="fr-FR" dirty="0"/>
              <a:t>On remarque ensuite que l'Afrique est le continent le plus touché par la sous-nutrition en 2017.</a:t>
            </a:r>
            <a:endParaRPr/>
          </a:p>
        </p:txBody>
      </p:sp>
      <p:pic>
        <p:nvPicPr>
          <p:cNvPr id="2" name="Image 1" descr="Une image contenant texte, capture d’écran, ligne, Police&#10;&#10;Le contenu généré par l’IA peut être incorrect.">
            <a:extLst>
              <a:ext uri="{FF2B5EF4-FFF2-40B4-BE49-F238E27FC236}">
                <a16:creationId xmlns:a16="http://schemas.microsoft.com/office/drawing/2014/main" id="{BE8DC33B-FBCB-6EF5-A82A-737ADB4D56C4}"/>
              </a:ext>
            </a:extLst>
          </p:cNvPr>
          <p:cNvPicPr>
            <a:picLocks noChangeAspect="1"/>
          </p:cNvPicPr>
          <p:nvPr/>
        </p:nvPicPr>
        <p:blipFill>
          <a:blip r:embed="rId3"/>
          <a:stretch>
            <a:fillRect/>
          </a:stretch>
        </p:blipFill>
        <p:spPr>
          <a:xfrm>
            <a:off x="1517" y="1898542"/>
            <a:ext cx="7319916" cy="495945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10"/>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FEFEFE"/>
              </a:buClr>
              <a:buSzPts val="3200"/>
              <a:buFont typeface="Century Gothic"/>
              <a:buNone/>
            </a:pPr>
            <a:r>
              <a:rPr lang="fr-FR" sz="3200"/>
              <a:t>7) Liste des 10 pays qui ont le plus bénéficié de l’aide alimentaire entre 2013 et 2016</a:t>
            </a:r>
            <a:endParaRPr/>
          </a:p>
        </p:txBody>
      </p:sp>
      <p:sp>
        <p:nvSpPr>
          <p:cNvPr id="189" name="Google Shape;189;p10"/>
          <p:cNvSpPr txBox="1">
            <a:spLocks noGrp="1"/>
          </p:cNvSpPr>
          <p:nvPr>
            <p:ph type="body" idx="1"/>
          </p:nvPr>
        </p:nvSpPr>
        <p:spPr>
          <a:xfrm>
            <a:off x="7760661" y="2009186"/>
            <a:ext cx="4322963" cy="4740764"/>
          </a:xfrm>
          <a:prstGeom prst="rect">
            <a:avLst/>
          </a:prstGeom>
          <a:solidFill>
            <a:schemeClr val="tx1"/>
          </a:solidFill>
          <a:ln>
            <a:noFill/>
          </a:ln>
          <a:effectLst>
            <a:outerShdw blurRad="50800">
              <a:srgbClr val="000000">
                <a:alpha val="40000"/>
              </a:srgbClr>
            </a:outerShdw>
          </a:effectLst>
        </p:spPr>
        <p:txBody>
          <a:bodyPr spcFirstLastPara="1" wrap="square" lIns="91425" tIns="45700" rIns="91425" bIns="45700" anchor="ctr" anchorCtr="0">
            <a:normAutofit/>
          </a:bodyPr>
          <a:lstStyle/>
          <a:p>
            <a:pPr marL="0" indent="0">
              <a:spcBef>
                <a:spcPts val="0"/>
              </a:spcBef>
              <a:buNone/>
            </a:pPr>
            <a:r>
              <a:rPr lang="fr-FR" dirty="0"/>
              <a:t>Entre 2013 et 2016, la Syrie a été le principal pays destinataire de l'aide alimentaire, suivi par l'Ethiopie, le </a:t>
            </a:r>
            <a:r>
              <a:rPr lang="fr-FR" dirty="0" err="1"/>
              <a:t>Yemen</a:t>
            </a:r>
            <a:r>
              <a:rPr lang="fr-FR" dirty="0"/>
              <a:t>, le Soudan du Sud, et le Soudan. </a:t>
            </a:r>
          </a:p>
          <a:p>
            <a:pPr marL="0" indent="0">
              <a:spcBef>
                <a:spcPts val="0"/>
              </a:spcBef>
              <a:buNone/>
            </a:pPr>
            <a:endParaRPr lang="fr-FR" dirty="0"/>
          </a:p>
          <a:p>
            <a:pPr marL="0" indent="0">
              <a:spcBef>
                <a:spcPts val="0"/>
              </a:spcBef>
              <a:buNone/>
            </a:pPr>
            <a:r>
              <a:rPr lang="fr-FR" dirty="0"/>
              <a:t>Ces pays étaient tous concernés par des guerres civiles meurtrières faisant de nombreux déplacés et causant une insécurité alimentaire profonde.</a:t>
            </a:r>
          </a:p>
        </p:txBody>
      </p:sp>
      <p:pic>
        <p:nvPicPr>
          <p:cNvPr id="2" name="Image 1" descr="Une image contenant texte, capture d’écran, diagramme, Tracé&#10;&#10;Le contenu généré par l’IA peut être incorrect.">
            <a:extLst>
              <a:ext uri="{FF2B5EF4-FFF2-40B4-BE49-F238E27FC236}">
                <a16:creationId xmlns:a16="http://schemas.microsoft.com/office/drawing/2014/main" id="{7F759CEE-9924-9611-0DB4-32BF917AB8AE}"/>
              </a:ext>
            </a:extLst>
          </p:cNvPr>
          <p:cNvPicPr>
            <a:picLocks noChangeAspect="1"/>
          </p:cNvPicPr>
          <p:nvPr/>
        </p:nvPicPr>
        <p:blipFill>
          <a:blip r:embed="rId3"/>
          <a:stretch>
            <a:fillRect/>
          </a:stretch>
        </p:blipFill>
        <p:spPr>
          <a:xfrm>
            <a:off x="2987" y="1882397"/>
            <a:ext cx="7685062" cy="497237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g2233f607d43_0_0"/>
          <p:cNvSpPr txBox="1">
            <a:spLocks noGrp="1"/>
          </p:cNvSpPr>
          <p:nvPr>
            <p:ph type="title"/>
          </p:nvPr>
        </p:nvSpPr>
        <p:spPr>
          <a:xfrm>
            <a:off x="810000" y="447188"/>
            <a:ext cx="10572000" cy="97050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FEFEFE"/>
              </a:buClr>
              <a:buSzPts val="3200"/>
              <a:buFont typeface="Century Gothic"/>
              <a:buNone/>
            </a:pPr>
            <a:r>
              <a:rPr lang="fr-FR" sz="3200"/>
              <a:t>8) Évolution de l’aide alimentaire pour les 5 pays qui en ont le plus bénéficié entre 2013 et 2016</a:t>
            </a:r>
            <a:endParaRPr/>
          </a:p>
        </p:txBody>
      </p:sp>
      <p:pic>
        <p:nvPicPr>
          <p:cNvPr id="2" name="Image 1" descr="Une image contenant texte, ligne, diagramme, Tracé&#10;&#10;Le contenu généré par l’IA peut être incorrect.">
            <a:extLst>
              <a:ext uri="{FF2B5EF4-FFF2-40B4-BE49-F238E27FC236}">
                <a16:creationId xmlns:a16="http://schemas.microsoft.com/office/drawing/2014/main" id="{BFB47512-5FB4-D300-8203-32B764ED85D0}"/>
              </a:ext>
            </a:extLst>
          </p:cNvPr>
          <p:cNvPicPr>
            <a:picLocks noChangeAspect="1"/>
          </p:cNvPicPr>
          <p:nvPr/>
        </p:nvPicPr>
        <p:blipFill>
          <a:blip r:embed="rId3"/>
          <a:stretch>
            <a:fillRect/>
          </a:stretch>
        </p:blipFill>
        <p:spPr>
          <a:xfrm>
            <a:off x="1069383" y="1898623"/>
            <a:ext cx="9956369" cy="495929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11"/>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FEFEFE"/>
              </a:buClr>
              <a:buSzPts val="3200"/>
              <a:buFont typeface="Century Gothic"/>
              <a:buNone/>
            </a:pPr>
            <a:r>
              <a:rPr lang="fr-FR" sz="3200"/>
              <a:t>9) Liste des 10 pays qui ont la plus forte disponibilité alimentaire par habitant</a:t>
            </a:r>
            <a:endParaRPr sz="3200"/>
          </a:p>
        </p:txBody>
      </p:sp>
      <p:sp>
        <p:nvSpPr>
          <p:cNvPr id="203" name="Google Shape;203;p11"/>
          <p:cNvSpPr txBox="1">
            <a:spLocks noGrp="1"/>
          </p:cNvSpPr>
          <p:nvPr>
            <p:ph type="body" idx="1"/>
          </p:nvPr>
        </p:nvSpPr>
        <p:spPr>
          <a:xfrm>
            <a:off x="5177610" y="2144796"/>
            <a:ext cx="6751031" cy="4501832"/>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p>
            <a:pPr marL="0" indent="0">
              <a:spcBef>
                <a:spcPts val="0"/>
              </a:spcBef>
              <a:buNone/>
            </a:pPr>
            <a:r>
              <a:rPr lang="fr-FR" dirty="0"/>
              <a:t>L'</a:t>
            </a:r>
            <a:r>
              <a:rPr lang="fr-FR" b="1" dirty="0">
                <a:solidFill>
                  <a:srgbClr val="FF0000"/>
                </a:solidFill>
              </a:rPr>
              <a:t>Autriche</a:t>
            </a:r>
            <a:r>
              <a:rPr lang="fr-FR" dirty="0"/>
              <a:t> est le pays avec la plus forte disponibilité alimentaire par habitant par jour, suivie par la Belgique puis la Turquie. </a:t>
            </a:r>
          </a:p>
          <a:p>
            <a:pPr marL="0" indent="0">
              <a:spcBef>
                <a:spcPts val="0"/>
              </a:spcBef>
              <a:buNone/>
            </a:pPr>
            <a:endParaRPr lang="fr-FR" dirty="0"/>
          </a:p>
          <a:p>
            <a:pPr marL="0" indent="0">
              <a:spcBef>
                <a:spcPts val="0"/>
              </a:spcBef>
              <a:buNone/>
            </a:pPr>
            <a:r>
              <a:rPr lang="fr-FR" dirty="0"/>
              <a:t>La disponibilité alimentaire y est élevée, bien au-delà du ratio alimentaire quotidien nécessaire pour chaque personne (2500 kcal / personne / jour).</a:t>
            </a:r>
          </a:p>
        </p:txBody>
      </p:sp>
      <p:pic>
        <p:nvPicPr>
          <p:cNvPr id="2" name="Image 1" descr="Une image contenant texte, capture d’écran, Police, nombre&#10;&#10;Le contenu généré par l’IA peut être incorrect.">
            <a:extLst>
              <a:ext uri="{FF2B5EF4-FFF2-40B4-BE49-F238E27FC236}">
                <a16:creationId xmlns:a16="http://schemas.microsoft.com/office/drawing/2014/main" id="{D1FFA401-67CC-5FF5-2772-64FF9557EC83}"/>
              </a:ext>
            </a:extLst>
          </p:cNvPr>
          <p:cNvPicPr>
            <a:picLocks noChangeAspect="1"/>
          </p:cNvPicPr>
          <p:nvPr/>
        </p:nvPicPr>
        <p:blipFill>
          <a:blip r:embed="rId3"/>
          <a:stretch>
            <a:fillRect/>
          </a:stretch>
        </p:blipFill>
        <p:spPr>
          <a:xfrm>
            <a:off x="339187" y="2507012"/>
            <a:ext cx="4591050" cy="36004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12"/>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FEFEFE"/>
              </a:buClr>
              <a:buSzPts val="3200"/>
              <a:buFont typeface="Century Gothic"/>
              <a:buNone/>
            </a:pPr>
            <a:r>
              <a:rPr lang="fr-FR" sz="3200"/>
              <a:t>9) Liste des 10 pays qui ont la plus faible disponibilité alimentaire par habitant</a:t>
            </a:r>
            <a:endParaRPr/>
          </a:p>
        </p:txBody>
      </p:sp>
      <p:sp>
        <p:nvSpPr>
          <p:cNvPr id="210" name="Google Shape;210;p12"/>
          <p:cNvSpPr txBox="1">
            <a:spLocks noGrp="1"/>
          </p:cNvSpPr>
          <p:nvPr>
            <p:ph type="body" idx="1"/>
          </p:nvPr>
        </p:nvSpPr>
        <p:spPr>
          <a:xfrm>
            <a:off x="6101050" y="2177084"/>
            <a:ext cx="5853422" cy="4463086"/>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p>
            <a:pPr marL="0" indent="0">
              <a:spcBef>
                <a:spcPts val="0"/>
              </a:spcBef>
              <a:buNone/>
            </a:pPr>
            <a:r>
              <a:rPr lang="fr-FR" dirty="0"/>
              <a:t>La </a:t>
            </a:r>
            <a:r>
              <a:rPr lang="fr-FR" b="1" dirty="0">
                <a:solidFill>
                  <a:srgbClr val="FF0000"/>
                </a:solidFill>
              </a:rPr>
              <a:t>République centrafricaine</a:t>
            </a:r>
            <a:r>
              <a:rPr lang="fr-FR" dirty="0"/>
              <a:t> est le pays ayant la disponibilité alimentaire la plus faible, suivi par la Zambie et Madagascar.</a:t>
            </a:r>
          </a:p>
          <a:p>
            <a:pPr marL="0" indent="0">
              <a:spcBef>
                <a:spcPts val="0"/>
              </a:spcBef>
              <a:buNone/>
            </a:pPr>
            <a:endParaRPr lang="fr-FR" dirty="0"/>
          </a:p>
          <a:p>
            <a:pPr marL="0" indent="0">
              <a:spcBef>
                <a:spcPts val="0"/>
              </a:spcBef>
              <a:buNone/>
            </a:pPr>
            <a:r>
              <a:rPr lang="fr-FR" dirty="0"/>
              <a:t>Cela peut être dû à des conflits internes et externes ou à de faibles rendus agricoles, qui limitent drastiquement l'accès à la nourriture. </a:t>
            </a:r>
          </a:p>
        </p:txBody>
      </p:sp>
      <p:pic>
        <p:nvPicPr>
          <p:cNvPr id="2" name="Image 1" descr="Une image contenant texte, capture d’écran, Police, nombre&#10;&#10;Le contenu généré par l’IA peut être incorrect.">
            <a:extLst>
              <a:ext uri="{FF2B5EF4-FFF2-40B4-BE49-F238E27FC236}">
                <a16:creationId xmlns:a16="http://schemas.microsoft.com/office/drawing/2014/main" id="{64519183-12DF-23A3-3FD0-0098B1E52E65}"/>
              </a:ext>
            </a:extLst>
          </p:cNvPr>
          <p:cNvPicPr>
            <a:picLocks noChangeAspect="1"/>
          </p:cNvPicPr>
          <p:nvPr/>
        </p:nvPicPr>
        <p:blipFill>
          <a:blip r:embed="rId3"/>
          <a:stretch>
            <a:fillRect/>
          </a:stretch>
        </p:blipFill>
        <p:spPr>
          <a:xfrm>
            <a:off x="190823" y="2521299"/>
            <a:ext cx="5714354" cy="3578333"/>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13"/>
          <p:cNvSpPr txBox="1">
            <a:spLocks noGrp="1"/>
          </p:cNvSpPr>
          <p:nvPr>
            <p:ph type="title"/>
          </p:nvPr>
        </p:nvSpPr>
        <p:spPr>
          <a:xfrm>
            <a:off x="810000" y="447188"/>
            <a:ext cx="10572000" cy="97050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FEFEFE"/>
              </a:buClr>
              <a:buSzPts val="3200"/>
              <a:buFont typeface="Century Gothic"/>
              <a:buNone/>
            </a:pPr>
            <a:r>
              <a:rPr lang="fr-FR" sz="3200"/>
              <a:t>10) Étude sur le manioc en Thaïlande</a:t>
            </a:r>
            <a:endParaRPr/>
          </a:p>
        </p:txBody>
      </p:sp>
      <p:sp>
        <p:nvSpPr>
          <p:cNvPr id="217" name="Google Shape;217;p13"/>
          <p:cNvSpPr txBox="1">
            <a:spLocks noGrp="1"/>
          </p:cNvSpPr>
          <p:nvPr>
            <p:ph type="body" idx="1"/>
          </p:nvPr>
        </p:nvSpPr>
        <p:spPr>
          <a:xfrm>
            <a:off x="7676711" y="2222287"/>
            <a:ext cx="4226099" cy="4385595"/>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lnSpcReduction="10000"/>
          </a:bodyPr>
          <a:lstStyle/>
          <a:p>
            <a:pPr marL="0" indent="0">
              <a:spcBef>
                <a:spcPts val="0"/>
              </a:spcBef>
              <a:buNone/>
            </a:pPr>
            <a:r>
              <a:rPr lang="fr-FR" dirty="0"/>
              <a:t>La Thaïlande est le pays qui exporte le plus de manioc au monde, devant même les autres pays de l'Asie du Sud-est comme le Vietnam et le Laos.</a:t>
            </a:r>
          </a:p>
          <a:p>
            <a:pPr marL="0" indent="0">
              <a:spcBef>
                <a:spcPts val="0"/>
              </a:spcBef>
              <a:buNone/>
            </a:pPr>
            <a:endParaRPr lang="fr-FR" dirty="0"/>
          </a:p>
          <a:p>
            <a:pPr marL="0" indent="0">
              <a:spcBef>
                <a:spcPts val="0"/>
              </a:spcBef>
              <a:buNone/>
            </a:pPr>
            <a:r>
              <a:rPr lang="fr-FR" dirty="0"/>
              <a:t>Le </a:t>
            </a:r>
            <a:r>
              <a:rPr lang="fr-FR" b="1" dirty="0">
                <a:solidFill>
                  <a:srgbClr val="FF0000"/>
                </a:solidFill>
              </a:rPr>
              <a:t>taux de 83,41% de manioc exporté</a:t>
            </a:r>
            <a:r>
              <a:rPr lang="fr-FR" dirty="0"/>
              <a:t> par rapport à sa production est donc logique, d'autant plus que la Thaïlande, contrairement à d'autres pays producteurs de manioc, ne dépend pas uniquement de ce produit pour son alimentation. Sa disponibilité par habitant est ainsi de 2785 kcal / personne / jour, au-delà des 2500 kcal minimum recommandés.</a:t>
            </a:r>
          </a:p>
        </p:txBody>
      </p:sp>
      <p:pic>
        <p:nvPicPr>
          <p:cNvPr id="4" name="Image 3" descr="Une image contenant texte, capture d’écran, Police, ligne&#10;&#10;Le contenu généré par l’IA peut être incorrect.">
            <a:extLst>
              <a:ext uri="{FF2B5EF4-FFF2-40B4-BE49-F238E27FC236}">
                <a16:creationId xmlns:a16="http://schemas.microsoft.com/office/drawing/2014/main" id="{46E6B8B2-67F0-6DD0-60CF-3CE3601FF1DB}"/>
              </a:ext>
            </a:extLst>
          </p:cNvPr>
          <p:cNvPicPr>
            <a:picLocks noChangeAspect="1"/>
          </p:cNvPicPr>
          <p:nvPr/>
        </p:nvPicPr>
        <p:blipFill>
          <a:blip r:embed="rId3"/>
          <a:stretch>
            <a:fillRect/>
          </a:stretch>
        </p:blipFill>
        <p:spPr>
          <a:xfrm>
            <a:off x="-2826" y="3304602"/>
            <a:ext cx="4810125" cy="952500"/>
          </a:xfrm>
          <a:prstGeom prst="rect">
            <a:avLst/>
          </a:prstGeom>
        </p:spPr>
      </p:pic>
      <p:pic>
        <p:nvPicPr>
          <p:cNvPr id="6" name="Image 5" descr="Une image contenant texte, capture d’écran, Police, ligne&#10;&#10;Le contenu généré par l’IA peut être incorrect.">
            <a:extLst>
              <a:ext uri="{FF2B5EF4-FFF2-40B4-BE49-F238E27FC236}">
                <a16:creationId xmlns:a16="http://schemas.microsoft.com/office/drawing/2014/main" id="{B0621A91-CC4B-3839-27DC-C0DC9722CED9}"/>
              </a:ext>
            </a:extLst>
          </p:cNvPr>
          <p:cNvPicPr>
            <a:picLocks noChangeAspect="1"/>
          </p:cNvPicPr>
          <p:nvPr/>
        </p:nvPicPr>
        <p:blipFill>
          <a:blip r:embed="rId4"/>
          <a:stretch>
            <a:fillRect/>
          </a:stretch>
        </p:blipFill>
        <p:spPr>
          <a:xfrm>
            <a:off x="1776" y="1868504"/>
            <a:ext cx="5162550" cy="1228725"/>
          </a:xfrm>
          <a:prstGeom prst="rect">
            <a:avLst/>
          </a:prstGeom>
        </p:spPr>
      </p:pic>
      <p:pic>
        <p:nvPicPr>
          <p:cNvPr id="7" name="Image 6">
            <a:extLst>
              <a:ext uri="{FF2B5EF4-FFF2-40B4-BE49-F238E27FC236}">
                <a16:creationId xmlns:a16="http://schemas.microsoft.com/office/drawing/2014/main" id="{3398DD9E-2925-24A6-866B-652B32096A2E}"/>
              </a:ext>
            </a:extLst>
          </p:cNvPr>
          <p:cNvPicPr>
            <a:picLocks noChangeAspect="1"/>
          </p:cNvPicPr>
          <p:nvPr/>
        </p:nvPicPr>
        <p:blipFill>
          <a:blip r:embed="rId5"/>
          <a:stretch>
            <a:fillRect/>
          </a:stretch>
        </p:blipFill>
        <p:spPr>
          <a:xfrm>
            <a:off x="-133" y="5595982"/>
            <a:ext cx="4657725" cy="209550"/>
          </a:xfrm>
          <a:prstGeom prst="rect">
            <a:avLst/>
          </a:prstGeom>
        </p:spPr>
      </p:pic>
      <p:pic>
        <p:nvPicPr>
          <p:cNvPr id="9" name="Image 8" descr="Une image contenant texte, capture d’écran, Police, ligne&#10;&#10;Le contenu généré par l’IA peut être incorrect.">
            <a:extLst>
              <a:ext uri="{FF2B5EF4-FFF2-40B4-BE49-F238E27FC236}">
                <a16:creationId xmlns:a16="http://schemas.microsoft.com/office/drawing/2014/main" id="{4F6BC14D-E9DD-CE1B-E306-7BFB6A69B4D0}"/>
              </a:ext>
            </a:extLst>
          </p:cNvPr>
          <p:cNvPicPr>
            <a:picLocks noChangeAspect="1"/>
          </p:cNvPicPr>
          <p:nvPr/>
        </p:nvPicPr>
        <p:blipFill>
          <a:blip r:embed="rId6"/>
          <a:stretch>
            <a:fillRect/>
          </a:stretch>
        </p:blipFill>
        <p:spPr>
          <a:xfrm>
            <a:off x="2983" y="4447953"/>
            <a:ext cx="5705475" cy="115252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4"/>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a:buSzPts val="4000"/>
            </a:pPr>
            <a:r>
              <a:rPr lang="fr-FR" sz="3200" dirty="0"/>
              <a:t>11) Carte de la sous-nutrition en 2017</a:t>
            </a:r>
            <a:endParaRPr sz="3200" dirty="0"/>
          </a:p>
        </p:txBody>
      </p:sp>
      <p:sp>
        <p:nvSpPr>
          <p:cNvPr id="4" name="Espace réservé du texte 3">
            <a:extLst>
              <a:ext uri="{FF2B5EF4-FFF2-40B4-BE49-F238E27FC236}">
                <a16:creationId xmlns:a16="http://schemas.microsoft.com/office/drawing/2014/main" id="{28F8DFD2-3965-1969-CD6F-5203B82F5A23}"/>
              </a:ext>
            </a:extLst>
          </p:cNvPr>
          <p:cNvSpPr>
            <a:spLocks noGrp="1"/>
          </p:cNvSpPr>
          <p:nvPr>
            <p:ph type="body" idx="1"/>
          </p:nvPr>
        </p:nvSpPr>
        <p:spPr>
          <a:xfrm>
            <a:off x="8495817" y="2259640"/>
            <a:ext cx="3699739" cy="4443714"/>
          </a:xfrm>
        </p:spPr>
        <p:txBody>
          <a:bodyPr/>
          <a:lstStyle/>
          <a:p>
            <a:pPr marL="114300" indent="0">
              <a:buNone/>
            </a:pPr>
            <a:r>
              <a:rPr lang="fr-FR" dirty="0"/>
              <a:t>Voici une carte présentant la proportion de la population étant en </a:t>
            </a:r>
            <a:r>
              <a:rPr lang="fr-FR" b="1" dirty="0">
                <a:solidFill>
                  <a:srgbClr val="FF0000"/>
                </a:solidFill>
              </a:rPr>
              <a:t>état de sous-nutrition par pays en 2017</a:t>
            </a:r>
            <a:r>
              <a:rPr lang="fr-FR" dirty="0"/>
              <a:t>.</a:t>
            </a:r>
            <a:endParaRPr lang="fr-FR" dirty="0">
              <a:solidFill>
                <a:srgbClr val="000000"/>
              </a:solidFill>
            </a:endParaRPr>
          </a:p>
          <a:p>
            <a:pPr marL="114300" indent="0">
              <a:buNone/>
            </a:pPr>
            <a:endParaRPr lang="fr-FR" dirty="0"/>
          </a:p>
          <a:p>
            <a:pPr marL="114300" indent="0">
              <a:buNone/>
            </a:pPr>
            <a:r>
              <a:rPr lang="fr-FR" dirty="0"/>
              <a:t>Elle a été conçue à l'aide de </a:t>
            </a:r>
            <a:r>
              <a:rPr lang="fr-FR" dirty="0" err="1"/>
              <a:t>Plotly</a:t>
            </a:r>
            <a:r>
              <a:rPr lang="fr-FR" dirty="0"/>
              <a:t> pour Python à partir des données de la FAO sur la sous-nutrition.</a:t>
            </a:r>
          </a:p>
          <a:p>
            <a:endParaRPr lang="fr-FR" dirty="0"/>
          </a:p>
        </p:txBody>
      </p:sp>
      <p:pic>
        <p:nvPicPr>
          <p:cNvPr id="3" name="Image 2" descr="Une image contenant texte, carte, atlas&#10;&#10;Le contenu généré par l’IA peut être incorrect.">
            <a:extLst>
              <a:ext uri="{FF2B5EF4-FFF2-40B4-BE49-F238E27FC236}">
                <a16:creationId xmlns:a16="http://schemas.microsoft.com/office/drawing/2014/main" id="{77A57FA5-A199-2933-7CB1-DE01B7D99D95}"/>
              </a:ext>
            </a:extLst>
          </p:cNvPr>
          <p:cNvPicPr>
            <a:picLocks noChangeAspect="1"/>
          </p:cNvPicPr>
          <p:nvPr/>
        </p:nvPicPr>
        <p:blipFill>
          <a:blip r:embed="rId3"/>
          <a:stretch>
            <a:fillRect/>
          </a:stretch>
        </p:blipFill>
        <p:spPr>
          <a:xfrm>
            <a:off x="65590" y="2422061"/>
            <a:ext cx="8564460" cy="389051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15"/>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FEFEFE"/>
              </a:buClr>
              <a:buSzPts val="4000"/>
              <a:buFont typeface="Century Gothic"/>
              <a:buNone/>
            </a:pPr>
            <a:r>
              <a:rPr lang="fr-FR"/>
              <a:t>Conclusion</a:t>
            </a:r>
            <a:endParaRPr/>
          </a:p>
        </p:txBody>
      </p:sp>
      <p:sp>
        <p:nvSpPr>
          <p:cNvPr id="3" name="Espace réservé du texte 2">
            <a:extLst>
              <a:ext uri="{FF2B5EF4-FFF2-40B4-BE49-F238E27FC236}">
                <a16:creationId xmlns:a16="http://schemas.microsoft.com/office/drawing/2014/main" id="{2EDA24AE-BCB6-19A7-804D-7F308B773093}"/>
              </a:ext>
            </a:extLst>
          </p:cNvPr>
          <p:cNvSpPr>
            <a:spLocks noGrp="1"/>
          </p:cNvSpPr>
          <p:nvPr>
            <p:ph type="body" idx="1"/>
          </p:nvPr>
        </p:nvSpPr>
        <p:spPr>
          <a:xfrm>
            <a:off x="812255" y="2222287"/>
            <a:ext cx="10573946" cy="4269358"/>
          </a:xfrm>
        </p:spPr>
        <p:txBody>
          <a:bodyPr>
            <a:normAutofit/>
          </a:bodyPr>
          <a:lstStyle/>
          <a:p>
            <a:pPr marL="114300" indent="0">
              <a:buNone/>
            </a:pPr>
            <a:r>
              <a:rPr lang="fr-FR" dirty="0"/>
              <a:t>Cette étude sur l'alimentation et la sous-nutrition s'appuie sur des données de la FAO collectées entre 2013 et 2016. Il serait intéressant de la comparer avec des études récentes afin de voir comment l'aide aux pays en difficulté alimentaire a évolué ces dernières années. </a:t>
            </a:r>
            <a:endParaRPr lang="fr-FR"/>
          </a:p>
          <a:p>
            <a:pPr marL="114300" indent="0">
              <a:buNone/>
            </a:pPr>
            <a:endParaRPr lang="fr-FR" dirty="0"/>
          </a:p>
          <a:p>
            <a:pPr marL="114300" indent="0">
              <a:buNone/>
            </a:pPr>
            <a:r>
              <a:rPr lang="fr-FR" dirty="0"/>
              <a:t>Cela pourrait suivre l'augmentation des crises humanitaires et militaires à travers le monde. En effet, la situation géopolitique mondiale semble être encore plus incertaine que lors de la décennie précédente (nouveaux fronts, augmentation du nombre de déplacés).</a:t>
            </a:r>
          </a:p>
          <a:p>
            <a:pPr marL="114300" indent="0">
              <a:buNone/>
            </a:pPr>
            <a:endParaRPr lang="fr-FR" dirty="0"/>
          </a:p>
          <a:p>
            <a:pPr marL="114300" indent="0">
              <a:buNone/>
            </a:pPr>
            <a:r>
              <a:rPr lang="fr-FR" dirty="0"/>
              <a:t>Il serait également intéressant d'étudier si l'aide alimentaire globale par habitant a augmenté ou diminué, et de voir si la solidarité internationale aide davantage les pays en difficulté en 2025-2026 qu'en 2016-2017.</a:t>
            </a:r>
          </a:p>
        </p:txBody>
      </p:sp>
    </p:spTree>
  </p:cSld>
  <p:clrMapOvr>
    <a:masterClrMapping/>
  </p:clrMapOvr>
</p:sld>
</file>

<file path=ppt/theme/theme1.xml><?xml version="1.0" encoding="utf-8"?>
<a:theme xmlns:a="http://schemas.openxmlformats.org/drawingml/2006/main" name="Entre guillemets">
  <a:themeElements>
    <a:clrScheme name="Quotable">
      <a:dk1>
        <a:srgbClr val="000000"/>
      </a:dk1>
      <a:lt1>
        <a:srgbClr val="FFFFFF"/>
      </a:lt1>
      <a:dk2>
        <a:srgbClr val="212121"/>
      </a:dk2>
      <a:lt2>
        <a:srgbClr val="636363"/>
      </a:lt2>
      <a:accent1>
        <a:srgbClr val="00C6BB"/>
      </a:accent1>
      <a:accent2>
        <a:srgbClr val="6FEBA0"/>
      </a:accent2>
      <a:accent3>
        <a:srgbClr val="B6DF5E"/>
      </a:accent3>
      <a:accent4>
        <a:srgbClr val="EFB251"/>
      </a:accent4>
      <a:accent5>
        <a:srgbClr val="EF755F"/>
      </a:accent5>
      <a:accent6>
        <a:srgbClr val="ED515C"/>
      </a:accent6>
      <a:hlink>
        <a:srgbClr val="8F8F8F"/>
      </a:hlink>
      <a:folHlink>
        <a:srgbClr val="A5A5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Grand écran</PresentationFormat>
  <Slides>16</Slides>
  <Notes>16</Notes>
  <HiddenSlides>0</HiddenSlides>
  <ScaleCrop>false</ScaleCrop>
  <HeadingPairs>
    <vt:vector size="4" baseType="variant">
      <vt:variant>
        <vt:lpstr>Thème</vt:lpstr>
      </vt:variant>
      <vt:variant>
        <vt:i4>1</vt:i4>
      </vt:variant>
      <vt:variant>
        <vt:lpstr>Titres des diapositives</vt:lpstr>
      </vt:variant>
      <vt:variant>
        <vt:i4>16</vt:i4>
      </vt:variant>
    </vt:vector>
  </HeadingPairs>
  <TitlesOfParts>
    <vt:vector size="17" baseType="lpstr">
      <vt:lpstr>Entre guillemets</vt:lpstr>
      <vt:lpstr>Étude sur l’alimentation dans le monde</vt:lpstr>
      <vt:lpstr>Contexte et spécification des données</vt:lpstr>
      <vt:lpstr>Méthodologie de l’analyse</vt:lpstr>
      <vt:lpstr>1) Proportion de personnes en état de sous-nutrition en 2017</vt:lpstr>
      <vt:lpstr>2) Nombre théorique de personnes qui pourraient être nourries en 2017</vt:lpstr>
      <vt:lpstr>3) Nombre théorique de personnes qui pourraient être nourries uniquement avec les végétaux en 2017</vt:lpstr>
      <vt:lpstr>4) Répartition de la disponibilité intérieure</vt:lpstr>
      <vt:lpstr>5) Part de l’utilisation des principales céréales entre l’alimentation humaine et animale</vt:lpstr>
      <vt:lpstr>6) Liste des 10 pays où la proportion de personnes en état de sous-nutrition est la plus forte en 2017</vt:lpstr>
      <vt:lpstr>7) Liste des 10 pays qui ont le plus bénéficié de l’aide alimentaire entre 2013 et 2016</vt:lpstr>
      <vt:lpstr>8) Évolution de l’aide alimentaire pour les 5 pays qui en ont le plus bénéficié entre 2013 et 2016</vt:lpstr>
      <vt:lpstr>9) Liste des 10 pays qui ont la plus forte disponibilité alimentaire par habitant</vt:lpstr>
      <vt:lpstr>9) Liste des 10 pays qui ont la plus faible disponibilité alimentaire par habitant</vt:lpstr>
      <vt:lpstr>10) Étude sur le manioc en Thaïlande</vt:lpstr>
      <vt:lpstr>11) Carte de la sous-nutrition en 2017</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JeY jEy</dc:creator>
  <cp:revision>612</cp:revision>
  <dcterms:created xsi:type="dcterms:W3CDTF">2023-03-17T20:58:30Z</dcterms:created>
  <dcterms:modified xsi:type="dcterms:W3CDTF">2026-01-30T07:22:18Z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